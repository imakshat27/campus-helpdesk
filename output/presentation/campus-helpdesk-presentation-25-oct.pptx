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ac681ac11f44ba" /><Relationship Type="http://schemas.openxmlformats.org/officeDocument/2006/relationships/extended-properties" Target="/docProps/app.xml" Id="R0cc039fa89d64c61" /><Relationship Type="http://schemas.openxmlformats.org/officeDocument/2006/relationships/officeDocument" Target="/ppt/presentation.xml" Id="R96e9bb36881a4fa2" /></Relationships>
</file>

<file path=ppt/presentation.xml><?xml version="1.0" encoding="utf-8"?>
<p:presentation xmlns:p="http://schemas.openxmlformats.org/presentationml/2006/main">
  <p:sldMasterIdLst>
    <p:sldMasterId xmlns:r="http://schemas.openxmlformats.org/officeDocument/2006/relationships" id="2147483648" r:id="Rf1a389b0a48048f2"/>
  </p:sldMasterIdLst>
  <p:notesMasterIdLst>
    <p:notesMasterId xmlns:r="http://schemas.openxmlformats.org/officeDocument/2006/relationships" r:id="R61e5359d8e204113"/>
  </p:notesMasterIdLst>
  <p:sldIdLst>
    <p:sldId xmlns:r="http://schemas.openxmlformats.org/officeDocument/2006/relationships" id="256" r:id="R7d5e273547624086"/>
    <p:sldId xmlns:r="http://schemas.openxmlformats.org/officeDocument/2006/relationships" id="257" r:id="Rb6e055282a1f4dd0"/>
    <p:sldId xmlns:r="http://schemas.openxmlformats.org/officeDocument/2006/relationships" id="258" r:id="R85f55e397d75485f"/>
    <p:sldId xmlns:r="http://schemas.openxmlformats.org/officeDocument/2006/relationships" id="259" r:id="R7faa8a71cdb5470d"/>
    <p:sldId xmlns:r="http://schemas.openxmlformats.org/officeDocument/2006/relationships" id="260" r:id="R042478c22d2f4c18"/>
    <p:sldId xmlns:r="http://schemas.openxmlformats.org/officeDocument/2006/relationships" id="261" r:id="R82fdfcc1261242aa"/>
    <p:sldId xmlns:r="http://schemas.openxmlformats.org/officeDocument/2006/relationships" id="262" r:id="R2d2198fd01e94893"/>
    <p:sldId xmlns:r="http://schemas.openxmlformats.org/officeDocument/2006/relationships" id="263" r:id="Re1cfb324b3024e20"/>
    <p:sldId xmlns:r="http://schemas.openxmlformats.org/officeDocument/2006/relationships" id="264" r:id="Rfdb99e45731b4102"/>
    <p:sldId xmlns:r="http://schemas.openxmlformats.org/officeDocument/2006/relationships" id="265" r:id="Rccffada190f14db4"/>
    <p:sldId xmlns:r="http://schemas.openxmlformats.org/officeDocument/2006/relationships" id="266" r:id="Rd4094cc242174f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53be421804412f" /><Relationship Type="http://schemas.openxmlformats.org/officeDocument/2006/relationships/slideMaster" Target="/ppt/slideMasters/slideMaster1.xml" Id="Rf1a389b0a48048f2" /><Relationship Type="http://schemas.openxmlformats.org/officeDocument/2006/relationships/notesMaster" Target="/ppt/notesMasters/notesMaster1.xml" Id="R61e5359d8e204113" /><Relationship Type="http://schemas.openxmlformats.org/officeDocument/2006/relationships/presProps" Target="/ppt/presProps.xml" Id="R2ad0bc9936414ac1" /><Relationship Type="http://schemas.openxmlformats.org/officeDocument/2006/relationships/tableStyles" Target="/ppt/tableStyles.xml" Id="R757afd43a3014b68" /><Relationship Type="http://schemas.openxmlformats.org/officeDocument/2006/relationships/slide" Target="/ppt/slides/slide1.xml" Id="R7d5e273547624086" /><Relationship Type="http://schemas.openxmlformats.org/officeDocument/2006/relationships/slide" Target="/ppt/slides/slide2.xml" Id="Rb6e055282a1f4dd0" /><Relationship Type="http://schemas.openxmlformats.org/officeDocument/2006/relationships/slide" Target="/ppt/slides/slide3.xml" Id="R85f55e397d75485f" /><Relationship Type="http://schemas.openxmlformats.org/officeDocument/2006/relationships/slide" Target="/ppt/slides/slide4.xml" Id="R7faa8a71cdb5470d" /><Relationship Type="http://schemas.openxmlformats.org/officeDocument/2006/relationships/slide" Target="/ppt/slides/slide5.xml" Id="R042478c22d2f4c18" /><Relationship Type="http://schemas.openxmlformats.org/officeDocument/2006/relationships/slide" Target="/ppt/slides/slide6.xml" Id="R82fdfcc1261242aa" /><Relationship Type="http://schemas.openxmlformats.org/officeDocument/2006/relationships/slide" Target="/ppt/slides/slide7.xml" Id="R2d2198fd01e94893" /><Relationship Type="http://schemas.openxmlformats.org/officeDocument/2006/relationships/slide" Target="/ppt/slides/slide8.xml" Id="Re1cfb324b3024e20" /><Relationship Type="http://schemas.openxmlformats.org/officeDocument/2006/relationships/slide" Target="/ppt/slides/slide9.xml" Id="Rfdb99e45731b4102" /><Relationship Type="http://schemas.openxmlformats.org/officeDocument/2006/relationships/slide" Target="/ppt/slides/slide10.xml" Id="Rccffada190f14db4" /><Relationship Type="http://schemas.openxmlformats.org/officeDocument/2006/relationships/slide" Target="/ppt/slides/slide11.xml" Id="Rd4094cc242174f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2135634e664b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32b647a0a84a23" /><Relationship Type="http://schemas.openxmlformats.org/officeDocument/2006/relationships/notesMaster" Target="/ppt/notesMasters/notesMaster1.xml" Id="R853af6ca193b49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42ec481ad84d75" /><Relationship Type="http://schemas.openxmlformats.org/officeDocument/2006/relationships/notesMaster" Target="/ppt/notesMasters/notesMaster1.xml" Id="R24e65a1f5de54e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ff432228ad43a7" /><Relationship Type="http://schemas.openxmlformats.org/officeDocument/2006/relationships/notesMaster" Target="/ppt/notesMasters/notesMaster1.xml" Id="R701d7da7ac3f49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862af9647f4750" /><Relationship Type="http://schemas.openxmlformats.org/officeDocument/2006/relationships/notesMaster" Target="/ppt/notesMasters/notesMaster1.xml" Id="R75a60e1c31ba41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23c69d074e4032" /><Relationship Type="http://schemas.openxmlformats.org/officeDocument/2006/relationships/notesMaster" Target="/ppt/notesMasters/notesMaster1.xml" Id="Rd08fb6a898e844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474df390fc466b" /><Relationship Type="http://schemas.openxmlformats.org/officeDocument/2006/relationships/notesMaster" Target="/ppt/notesMasters/notesMaster1.xml" Id="Rb8bd17856d6741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85499cc73b4b80" /><Relationship Type="http://schemas.openxmlformats.org/officeDocument/2006/relationships/notesMaster" Target="/ppt/notesMasters/notesMaster1.xml" Id="R573efb07b80e45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2a2408927c4dbb" /><Relationship Type="http://schemas.openxmlformats.org/officeDocument/2006/relationships/notesMaster" Target="/ppt/notesMasters/notesMaster1.xml" Id="R4f53bc3bf26441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41d01f4a3d478f" /><Relationship Type="http://schemas.openxmlformats.org/officeDocument/2006/relationships/notesMaster" Target="/ppt/notesMasters/notesMaster1.xml" Id="R2696a6ea27a247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f13791722847e4" /><Relationship Type="http://schemas.openxmlformats.org/officeDocument/2006/relationships/notesMaster" Target="/ppt/notesMasters/notesMaster1.xml" Id="Ra270b461df5141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d117cf248c4d32" /><Relationship Type="http://schemas.openxmlformats.org/officeDocument/2006/relationships/notesMaster" Target="/ppt/notesMasters/notesMaster1.xml" Id="R3921a66232f74b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15 seconds. Introduce an independent academic project combining source-backed AI and human support. Use this order: problem, idea, implementation, short demonstration, limitations, future scope. Suggested duration is 7 to 8 minutes including the demo.</a:t>
            </a:r>
          </a:p>
          <a:p xmlns:a="http://schemas.openxmlformats.org/drawingml/2006/main">
            <a:r>
              <a:t/>
            </a:r>
          </a:p>
          <a:p xmlns:a="http://schemas.openxmlformats.org/drawingml/2006/main">
            <a:r>
              <a:t>Evidence: README.md, Project owner completion confirmation.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Describe the information-discovery problem as the motivation, not as a measured survey result. Public source search helps students find guidance, and staff handle cases the collection cannot answer.</a:t>
            </a:r>
          </a:p>
          <a:p xmlns:a="http://schemas.openxmlformats.org/drawingml/2006/main">
            <a:r>
              <a:t/>
            </a:r>
          </a:p>
          <a:p xmlns:a="http://schemas.openxmlformats.org/drawingml/2006/main">
            <a:r>
              <a:t>Evidence: README.md, reports/official-dataset.md.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Explain the idea before the technology: a question interface with inspectable university evidence and a consent-based path into live human support. This is the functional project outcome confirmed by the team. No measured response-time or workload improvement is claimed.</a:t>
            </a:r>
          </a:p>
          <a:p xmlns:a="http://schemas.openxmlformats.org/drawingml/2006/main">
            <a:r>
              <a:t/>
            </a:r>
          </a:p>
          <a:p xmlns:a="http://schemas.openxmlformats.org/drawingml/2006/main">
            <a:r>
              <a:t>Evidence: README.md, Project owner completion confirmation.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Distinguish an AI answer from a staff reply. Staff only sees confirmed handoffs. While the student waits and while staff is active, AI remains paused. Resolution closes the composer, with explicit reopening or a separate new AI conversation available.</a:t>
            </a:r>
          </a:p>
          <a:p xmlns:a="http://schemas.openxmlformats.org/drawingml/2006/main">
            <a:r>
              <a:t/>
            </a:r>
          </a:p>
          <a:p xmlns:a="http://schemas.openxmlformats.org/drawingml/2006/main">
            <a:r>
              <a:t>Evidence: User-supplied two-account and live-chat specification, Project owner completion confirmation.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Keep the explanation at component level. Retrieval-augmented generation finds relevant source passages before model generation. HTTP handles authenticated sends and WebSockets carry committed updates. Neon remains authoritative. These describe the supplied design and the team-confirmed completed extension, not independently reviewed endpoint names.</a:t>
            </a:r>
          </a:p>
          <a:p xmlns:a="http://schemas.openxmlformats.org/drawingml/2006/main">
            <a:r>
              <a:t/>
            </a:r>
          </a:p>
          <a:p xmlns:a="http://schemas.openxmlformats.org/drawingml/2006/main">
            <a:r>
              <a:t>Evidence: README.md, User-supplied specification, Project owner completion confirmation.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The corpus uses public Vellore pages and PDFs. Cite actual passages, preserve policy dates and programme scope, and use stored history for follow-ups. Screenshot is an earlier actual question-screen capture, not evidence of the updated account or staff-chat screens. Do not treat retrieval dates as a guarantee of current policy.</a:t>
            </a:r>
          </a:p>
          <a:p xmlns:a="http://schemas.openxmlformats.org/drawingml/2006/main">
            <a:r>
              <a:t/>
            </a:r>
          </a:p>
          <a:p xmlns:a="http://schemas.openxmlformats.org/drawingml/2006/main">
            <a:r>
              <a:t>Evidence: knowledge/official/manifest.json, reports/official-dataset.md, backend/app/retrieval.py.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Exactly two fixed accounts, one student and one staff. Login sessions and conversations are distinct. Students see their own chats, while staff accesses confirmed handoffs. This feature set is complete and verified per the owner. Do not describe it as proposed. No registration or password-reset system is included in this version.</a:t>
            </a:r>
          </a:p>
          <a:p xmlns:a="http://schemas.openxmlformats.org/drawingml/2006/main">
            <a:r>
              <a:t/>
            </a:r>
          </a:p>
          <a:p xmlns:a="http://schemas.openxmlformats.org/drawingml/2006/main">
            <a:r>
              <a:t>Evidence: User-supplied specification, Project owner completion confirmation.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 to 3 minutes. Use separate student and staff browser sessions, prepared before speaking. Never project credentials. Student asks “What choices does FFCS give students?” and opens a citation. Show a saved chat after re-login, using prepared history if time is short. Student explicitly confirms a staff handoff for the selected question, creating or reusing a real demo ticket. Verify AI pauses and the waiting state appears. In the staff session select Start chat, send a brief real reply and show it arriving for the student. Resolve and show the closed composer. This is a demo runbook, not a claim that this exact sequence ran during artifact preparation. If unavailable, describe the team-verified flow honestly rather than simulating successful replies.</a:t>
            </a:r>
          </a:p>
          <a:p xmlns:a="http://schemas.openxmlformats.org/drawingml/2006/main">
            <a:r>
              <a:t/>
            </a:r>
          </a:p>
          <a:p xmlns:a="http://schemas.openxmlformats.org/drawingml/2006/main">
            <a:r>
              <a:t>Evidence: User-supplied specification, Project owner completion confirmation.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Two fixed accounts are a demonstration scope, not an institution-wide account system. Public source grounding does not make every generated claim correct. OCR and stale policy risks remain. Multi-worker real-time scaling and institution-level identity are future rollout concerns.</a:t>
            </a:r>
          </a:p>
          <a:p xmlns:a="http://schemas.openxmlformats.org/drawingml/2006/main">
            <a:r>
              <a:t/>
            </a:r>
          </a:p>
          <a:p xmlns:a="http://schemas.openxmlformats.org/drawingml/2006/main">
            <a:r>
              <a:t>Evidence: reports/official-dataset.md, User-supplied specification, Project owner completion confirmation.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Only this slide describes future work. The two accounts, history and live chat are already complete per owner confirmation. Broader rollout, scheduled source refresh and institutional integration are beyond that delivered scope. Private-system access requires institutional authorization and privacy controls. No delivery dates are promised.</a:t>
            </a:r>
          </a:p>
          <a:p xmlns:a="http://schemas.openxmlformats.org/drawingml/2006/main">
            <a:r>
              <a:t/>
            </a:r>
          </a:p>
          <a:p xmlns:a="http://schemas.openxmlformats.org/drawingml/2006/main">
            <a:r>
              <a:t>Evidence: Project owner future-scope instruction, README.md.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Close with the clear split: working source-backed AI, account history and live staff continuation, followed by future institutional rollout. The project is an independent academic prototype, without a claim of university endorsement.</a:t>
            </a:r>
          </a:p>
          <a:p xmlns:a="http://schemas.openxmlformats.org/drawingml/2006/main">
            <a:r>
              <a:t/>
            </a:r>
          </a:p>
          <a:p xmlns:a="http://schemas.openxmlformats.org/drawingml/2006/main">
            <a:r>
              <a:t>Evidence: Project owner completion confirmation, Project owner future-scope instruction. Presentation date: 25 October 2026. Two-account login, saved conversations and live staff chat are complete and verified according to the project owner’s confirmation on 25 October 2026. This document revision does not claim a new independent test of the teammate’s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ace7f4b1df4d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9b53efb9de40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68bffae07d4a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6246cace544c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40e68498f147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c24c6bf74f49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F0A5D0-8050-4201-A9B1-640F77BAF8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60F239-50C4-415E-93C6-70D335F3CC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7F95B7-8113-41D2-940D-C4EF037D49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273BF6-720F-4D74-AEF0-98931A1B2A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44653D-0D63-4D57-BA99-AC2B2871A6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4D7A457-F872-4B05-87AC-FE57487D7F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066C2A-A19A-4DE6-9E02-AD9FB6442E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0BD167E-F3FA-425B-AE8C-7C138AF5BB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DA37BC-F354-43D3-9B26-FAB0ADF2B3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50FA82-B14E-49B4-BE03-686EE93FDC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dfdf7ee6314631" /><Relationship Type="http://schemas.openxmlformats.org/officeDocument/2006/relationships/slideLayout" Target="/ppt/slideLayouts/slideLayout1.xml" Id="Rd559ac8b50034725" /><Relationship Type="http://schemas.openxmlformats.org/officeDocument/2006/relationships/slideLayout" Target="/ppt/slideLayouts/slideLayout2.xml" Id="R2e70f893285b4048" /><Relationship Type="http://schemas.openxmlformats.org/officeDocument/2006/relationships/slideLayout" Target="/ppt/slideLayouts/slideLayout3.xml" Id="R10e2951273d14bfc" /><Relationship Type="http://schemas.openxmlformats.org/officeDocument/2006/relationships/slideLayout" Target="/ppt/slideLayouts/slideLayout4.xml" Id="Rd6716d450d7148de" /><Relationship Type="http://schemas.openxmlformats.org/officeDocument/2006/relationships/slideLayout" Target="/ppt/slideLayouts/slideLayout5.xml" Id="Reea92ed285a24965" /><Relationship Type="http://schemas.openxmlformats.org/officeDocument/2006/relationships/slideLayout" Target="/ppt/slideLayouts/slideLayout6.xml" Id="R40b002ff98974b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59ac8b50034725"/>
    <p:sldLayoutId xmlns:r="http://schemas.openxmlformats.org/officeDocument/2006/relationships" id="2147483650" r:id="R2e70f893285b4048"/>
    <p:sldLayoutId xmlns:r="http://schemas.openxmlformats.org/officeDocument/2006/relationships" id="2147483651" r:id="R10e2951273d14bfc"/>
    <p:sldLayoutId xmlns:r="http://schemas.openxmlformats.org/officeDocument/2006/relationships" id="2147483652" r:id="Rd6716d450d7148de"/>
    <p:sldLayoutId xmlns:r="http://schemas.openxmlformats.org/officeDocument/2006/relationships" id="2147483653" r:id="Reea92ed285a24965"/>
    <p:sldLayoutId xmlns:r="http://schemas.openxmlformats.org/officeDocument/2006/relationships" id="2147483654" r:id="R40b002ff98974b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b5c86812fe4298" /><Relationship Type="http://schemas.openxmlformats.org/officeDocument/2006/relationships/notesSlide" Target="/ppt/notesSlides/notesSlide1.xml" Id="Rf860543e29ba45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2d1f3371ef04e44" /><Relationship Type="http://schemas.openxmlformats.org/officeDocument/2006/relationships/notesSlide" Target="/ppt/notesSlides/notesSlide2.xml" Id="R1d4bf4c506694f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0126dace4c40fc" /><Relationship Type="http://schemas.openxmlformats.org/officeDocument/2006/relationships/notesSlide" Target="/ppt/notesSlides/notesSlide3.xml" Id="R0b23a01c74ad41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85d57a26704209" /><Relationship Type="http://schemas.openxmlformats.org/officeDocument/2006/relationships/notesSlide" Target="/ppt/notesSlides/notesSlide4.xml" Id="R246f28ff74524e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3a83bb38f14faa" /><Relationship Type="http://schemas.openxmlformats.org/officeDocument/2006/relationships/notesSlide" Target="/ppt/notesSlides/notesSlide5.xml" Id="R851ebed82ca744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3326b9e94b4aa8" /><Relationship Type="http://schemas.openxmlformats.org/officeDocument/2006/relationships/image" Target="/ppt/media/image.jpeg" Id="R6218e6ccb64547f3" /><Relationship Type="http://schemas.openxmlformats.org/officeDocument/2006/relationships/notesSlide" Target="/ppt/notesSlides/notesSlide6.xml" Id="R51903a8c91d144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314e514ae94e1c" /><Relationship Type="http://schemas.openxmlformats.org/officeDocument/2006/relationships/notesSlide" Target="/ppt/notesSlides/notesSlide7.xml" Id="R348b54c316024e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d7b23674cd4a17" /><Relationship Type="http://schemas.openxmlformats.org/officeDocument/2006/relationships/notesSlide" Target="/ppt/notesSlides/notesSlide8.xml" Id="R24038f908ae447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98428d907643a2" /><Relationship Type="http://schemas.openxmlformats.org/officeDocument/2006/relationships/notesSlide" Target="/ppt/notesSlides/notesSlide9.xml" Id="Rcd83df1505574f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698b756ec74806" /><Relationship Type="http://schemas.openxmlformats.org/officeDocument/2006/relationships/notesSlide" Target="/ppt/notesSlides/notesSlide10.xml" Id="R2c9ac2d8b95b47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5404c3fc0da45ac" /><Relationship Type="http://schemas.openxmlformats.org/officeDocument/2006/relationships/notesSlide" Target="/ppt/notesSlides/notesSlide11.xml" Id="Rdc0301d93db74782" /></Relationships>
</file>

<file path=ppt/slides/slide1.xml><?xml version="1.0" encoding="utf-8"?>
<p:sld xmlns:p="http://schemas.openxmlformats.org/presentationml/2006/main">
  <p:cSld>
    <p:bg>
      <p:bgPr>
        <a:solidFill xmlns:a="http://schemas.openxmlformats.org/drawingml/2006/main">
          <a:srgbClr val="142B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A7B9F3-85FB-4DFB-AA2C-CF6F72202C1C}"/>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CFE5DF"/>
                </a:solidFill>
                <a:latin typeface="Arial"/>
                <a:ea typeface="Arial"/>
                <a:cs typeface="Arial"/>
              </a:defRPr>
            </a:defPPr>
            <a:lvl1pPr>
              <a:defRPr sz="1350" b="1">
                <a:solidFill>
                  <a:srgbClr val="CFE5DF"/>
                </a:solidFill>
                <a:latin typeface="Arial"/>
                <a:ea typeface="Arial"/>
                <a:cs typeface="Arial"/>
              </a:defRPr>
            </a:lvl1pPr>
            <a:lvl2pPr>
              <a:defRPr sz="1350" b="1">
                <a:solidFill>
                  <a:srgbClr val="CFE5DF"/>
                </a:solidFill>
                <a:latin typeface="Arial"/>
                <a:ea typeface="Arial"/>
                <a:cs typeface="Arial"/>
              </a:defRPr>
            </a:lvl2pPr>
            <a:lvl3pPr>
              <a:defRPr sz="1350" b="1">
                <a:solidFill>
                  <a:srgbClr val="CFE5DF"/>
                </a:solidFill>
                <a:latin typeface="Arial"/>
                <a:ea typeface="Arial"/>
                <a:cs typeface="Arial"/>
              </a:defRPr>
            </a:lvl3pPr>
            <a:lvl4pPr>
              <a:defRPr sz="1350" b="1">
                <a:solidFill>
                  <a:srgbClr val="CFE5DF"/>
                </a:solidFill>
                <a:latin typeface="Arial"/>
                <a:ea typeface="Arial"/>
                <a:cs typeface="Arial"/>
              </a:defRPr>
            </a:lvl4pPr>
            <a:lvl5pPr>
              <a:defRPr sz="1350" b="1">
                <a:solidFill>
                  <a:srgbClr val="CFE5DF"/>
                </a:solidFill>
                <a:latin typeface="Arial"/>
                <a:ea typeface="Arial"/>
                <a:cs typeface="Arial"/>
              </a:defRPr>
            </a:lvl5pPr>
            <a:lvl6pPr>
              <a:defRPr sz="1350" b="1">
                <a:solidFill>
                  <a:srgbClr val="CFE5DF"/>
                </a:solidFill>
                <a:latin typeface="Arial"/>
                <a:ea typeface="Arial"/>
                <a:cs typeface="Arial"/>
              </a:defRPr>
            </a:lvl6pPr>
            <a:lvl7pPr>
              <a:defRPr sz="1350" b="1">
                <a:solidFill>
                  <a:srgbClr val="CFE5DF"/>
                </a:solidFill>
                <a:latin typeface="Arial"/>
                <a:ea typeface="Arial"/>
                <a:cs typeface="Arial"/>
              </a:defRPr>
            </a:lvl7pPr>
            <a:lvl8pPr>
              <a:defRPr sz="1350" b="1">
                <a:solidFill>
                  <a:srgbClr val="CFE5DF"/>
                </a:solidFill>
                <a:latin typeface="Arial"/>
                <a:ea typeface="Arial"/>
                <a:cs typeface="Arial"/>
              </a:defRPr>
            </a:lvl8pPr>
            <a:lvl9pPr>
              <a:defRPr sz="1350" b="1">
                <a:solidFill>
                  <a:srgbClr val="CFE5DF"/>
                </a:solidFill>
                <a:latin typeface="Arial"/>
                <a:ea typeface="Arial"/>
                <a:cs typeface="Arial"/>
              </a:defRPr>
            </a:lvl9pPr>
          </a:lstStyle>
          <a:p xmlns:a="http://schemas.openxmlformats.org/drawingml/2006/main">
            <a:pPr>
              <a:defRPr sz="1350" b="1">
                <a:solidFill>
                  <a:srgbClr val="CFE5DF"/>
                </a:solidFill>
                <a:latin typeface="Arial"/>
                <a:ea typeface="Arial"/>
                <a:cs typeface="Arial"/>
              </a:defRPr>
            </a:pPr>
            <a:r>
              <a:rPr sz="1350" b="1">
                <a:solidFill>
                  <a:srgbClr val="CFE5DF"/>
                </a:solidFill>
                <a:latin typeface="Arial"/>
                <a:ea typeface="Arial"/>
                <a:cs typeface="Arial"/>
              </a:rPr>
              <a:t>VIT VELLORE  /  PROJECT PRESENTATION</a:t>
            </a:r>
          </a:p>
        </p:txBody>
      </p:sp>
      <p:sp>
        <p:nvSpPr>
          <p:cNvPr id="2" name="">
            <a:extLst xmlns:a="http://schemas.openxmlformats.org/drawingml/2006/main">
              <a:ext uri="{FF2B5EF4-FFF2-40B4-BE49-F238E27FC236}">
                <a16:creationId xmlns:a16="http://schemas.microsoft.com/office/drawing/2014/main" id="{F6915181-E08A-411D-9BA3-B071F748BE70}"/>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FE5DF"/>
                </a:solidFill>
                <a:latin typeface="Arial"/>
                <a:ea typeface="Arial"/>
                <a:cs typeface="Arial"/>
              </a:defRPr>
            </a:defPPr>
            <a:lvl1pPr>
              <a:defRPr sz="975" b="0">
                <a:solidFill>
                  <a:srgbClr val="CFE5DF"/>
                </a:solidFill>
                <a:latin typeface="Arial"/>
                <a:ea typeface="Arial"/>
                <a:cs typeface="Arial"/>
              </a:defRPr>
            </a:lvl1pPr>
            <a:lvl2pPr>
              <a:defRPr sz="975" b="0">
                <a:solidFill>
                  <a:srgbClr val="CFE5DF"/>
                </a:solidFill>
                <a:latin typeface="Arial"/>
                <a:ea typeface="Arial"/>
                <a:cs typeface="Arial"/>
              </a:defRPr>
            </a:lvl2pPr>
            <a:lvl3pPr>
              <a:defRPr sz="975" b="0">
                <a:solidFill>
                  <a:srgbClr val="CFE5DF"/>
                </a:solidFill>
                <a:latin typeface="Arial"/>
                <a:ea typeface="Arial"/>
                <a:cs typeface="Arial"/>
              </a:defRPr>
            </a:lvl3pPr>
            <a:lvl4pPr>
              <a:defRPr sz="975" b="0">
                <a:solidFill>
                  <a:srgbClr val="CFE5DF"/>
                </a:solidFill>
                <a:latin typeface="Arial"/>
                <a:ea typeface="Arial"/>
                <a:cs typeface="Arial"/>
              </a:defRPr>
            </a:lvl4pPr>
            <a:lvl5pPr>
              <a:defRPr sz="975" b="0">
                <a:solidFill>
                  <a:srgbClr val="CFE5DF"/>
                </a:solidFill>
                <a:latin typeface="Arial"/>
                <a:ea typeface="Arial"/>
                <a:cs typeface="Arial"/>
              </a:defRPr>
            </a:lvl5pPr>
            <a:lvl6pPr>
              <a:defRPr sz="975" b="0">
                <a:solidFill>
                  <a:srgbClr val="CFE5DF"/>
                </a:solidFill>
                <a:latin typeface="Arial"/>
                <a:ea typeface="Arial"/>
                <a:cs typeface="Arial"/>
              </a:defRPr>
            </a:lvl6pPr>
            <a:lvl7pPr>
              <a:defRPr sz="975" b="0">
                <a:solidFill>
                  <a:srgbClr val="CFE5DF"/>
                </a:solidFill>
                <a:latin typeface="Arial"/>
                <a:ea typeface="Arial"/>
                <a:cs typeface="Arial"/>
              </a:defRPr>
            </a:lvl7pPr>
            <a:lvl8pPr>
              <a:defRPr sz="975" b="0">
                <a:solidFill>
                  <a:srgbClr val="CFE5DF"/>
                </a:solidFill>
                <a:latin typeface="Arial"/>
                <a:ea typeface="Arial"/>
                <a:cs typeface="Arial"/>
              </a:defRPr>
            </a:lvl8pPr>
            <a:lvl9pPr>
              <a:defRPr sz="975" b="0">
                <a:solidFill>
                  <a:srgbClr val="CFE5DF"/>
                </a:solidFill>
                <a:latin typeface="Arial"/>
                <a:ea typeface="Arial"/>
                <a:cs typeface="Arial"/>
              </a:defRPr>
            </a:lvl9pPr>
          </a:lstStyle>
          <a:p xmlns:a="http://schemas.openxmlformats.org/drawingml/2006/main">
            <a:pPr>
              <a:defRPr sz="975" b="0">
                <a:solidFill>
                  <a:srgbClr val="CFE5DF"/>
                </a:solidFill>
                <a:latin typeface="Arial"/>
                <a:ea typeface="Arial"/>
                <a:cs typeface="Arial"/>
              </a:defRPr>
            </a:pPr>
            <a:r>
              <a:rPr sz="975" b="0">
                <a:solidFill>
                  <a:srgbClr val="CFE5DF"/>
                </a:solidFill>
                <a:latin typeface="Arial"/>
                <a:ea typeface="Arial"/>
                <a:cs typeface="Arial"/>
              </a:rPr>
              <a:t>CAMPUS HELPDESK</a:t>
            </a:r>
          </a:p>
        </p:txBody>
      </p:sp>
      <p:sp>
        <p:nvSpPr>
          <p:cNvPr id="3" name="">
            <a:extLst xmlns:a="http://schemas.openxmlformats.org/drawingml/2006/main">
              <a:ext uri="{FF2B5EF4-FFF2-40B4-BE49-F238E27FC236}">
                <a16:creationId xmlns:a16="http://schemas.microsoft.com/office/drawing/2014/main" id="{0D650A67-C9BE-4D81-94AB-03A6E22D3539}"/>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CFE5DF"/>
                </a:solidFill>
                <a:latin typeface="Arial"/>
                <a:ea typeface="Arial"/>
                <a:cs typeface="Arial"/>
              </a:defRPr>
            </a:defPPr>
            <a:lvl1pPr>
              <a:defRPr sz="1500" b="1">
                <a:solidFill>
                  <a:srgbClr val="CFE5DF"/>
                </a:solidFill>
                <a:latin typeface="Arial"/>
                <a:ea typeface="Arial"/>
                <a:cs typeface="Arial"/>
              </a:defRPr>
            </a:lvl1pPr>
            <a:lvl2pPr>
              <a:defRPr sz="1500" b="1">
                <a:solidFill>
                  <a:srgbClr val="CFE5DF"/>
                </a:solidFill>
                <a:latin typeface="Arial"/>
                <a:ea typeface="Arial"/>
                <a:cs typeface="Arial"/>
              </a:defRPr>
            </a:lvl2pPr>
            <a:lvl3pPr>
              <a:defRPr sz="1500" b="1">
                <a:solidFill>
                  <a:srgbClr val="CFE5DF"/>
                </a:solidFill>
                <a:latin typeface="Arial"/>
                <a:ea typeface="Arial"/>
                <a:cs typeface="Arial"/>
              </a:defRPr>
            </a:lvl3pPr>
            <a:lvl4pPr>
              <a:defRPr sz="1500" b="1">
                <a:solidFill>
                  <a:srgbClr val="CFE5DF"/>
                </a:solidFill>
                <a:latin typeface="Arial"/>
                <a:ea typeface="Arial"/>
                <a:cs typeface="Arial"/>
              </a:defRPr>
            </a:lvl4pPr>
            <a:lvl5pPr>
              <a:defRPr sz="1500" b="1">
                <a:solidFill>
                  <a:srgbClr val="CFE5DF"/>
                </a:solidFill>
                <a:latin typeface="Arial"/>
                <a:ea typeface="Arial"/>
                <a:cs typeface="Arial"/>
              </a:defRPr>
            </a:lvl5pPr>
            <a:lvl6pPr>
              <a:defRPr sz="1500" b="1">
                <a:solidFill>
                  <a:srgbClr val="CFE5DF"/>
                </a:solidFill>
                <a:latin typeface="Arial"/>
                <a:ea typeface="Arial"/>
                <a:cs typeface="Arial"/>
              </a:defRPr>
            </a:lvl6pPr>
            <a:lvl7pPr>
              <a:defRPr sz="1500" b="1">
                <a:solidFill>
                  <a:srgbClr val="CFE5DF"/>
                </a:solidFill>
                <a:latin typeface="Arial"/>
                <a:ea typeface="Arial"/>
                <a:cs typeface="Arial"/>
              </a:defRPr>
            </a:lvl7pPr>
            <a:lvl8pPr>
              <a:defRPr sz="1500" b="1">
                <a:solidFill>
                  <a:srgbClr val="CFE5DF"/>
                </a:solidFill>
                <a:latin typeface="Arial"/>
                <a:ea typeface="Arial"/>
                <a:cs typeface="Arial"/>
              </a:defRPr>
            </a:lvl8pPr>
            <a:lvl9pPr>
              <a:defRPr sz="1500" b="1">
                <a:solidFill>
                  <a:srgbClr val="CFE5DF"/>
                </a:solidFill>
                <a:latin typeface="Arial"/>
                <a:ea typeface="Arial"/>
                <a:cs typeface="Arial"/>
              </a:defRPr>
            </a:lvl9pPr>
          </a:lstStyle>
          <a:p xmlns:a="http://schemas.openxmlformats.org/drawingml/2006/main">
            <a:pPr>
              <a:defRPr sz="1500" b="1">
                <a:solidFill>
                  <a:srgbClr val="CFE5DF"/>
                </a:solidFill>
                <a:latin typeface="Arial"/>
                <a:ea typeface="Arial"/>
                <a:cs typeface="Arial"/>
              </a:defRPr>
            </a:pPr>
            <a:r>
              <a:rPr sz="1500" b="1">
                <a:solidFill>
                  <a:srgbClr val="CFE5D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2C559D8-4149-4C7C-9E95-59F849661C68}"/>
              </a:ext>
            </a:extLst>
          </p:cNvPr>
          <p:cNvSpPr>
            <a:spLocks xmlns:a="http://schemas.openxmlformats.org/drawingml/2006/main" noGrp="1"/>
          </p:cNvSpPr>
          <p:nvPr/>
        </p:nvSpPr>
        <p:spPr>
          <a:xfrm xmlns:a="http://schemas.openxmlformats.org/drawingml/2006/main">
            <a:off x="609600" y="1266825"/>
            <a:ext cx="8096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200" b="1">
                <a:solidFill>
                  <a:srgbClr val="FFFFFF"/>
                </a:solidFill>
                <a:latin typeface="Arial"/>
                <a:ea typeface="Arial"/>
                <a:cs typeface="Arial"/>
              </a:defRPr>
            </a:defPPr>
            <a:lvl1pPr>
              <a:defRPr sz="7200" b="1">
                <a:solidFill>
                  <a:srgbClr val="FFFFFF"/>
                </a:solidFill>
                <a:latin typeface="Arial"/>
                <a:ea typeface="Arial"/>
                <a:cs typeface="Arial"/>
              </a:defRPr>
            </a:lvl1pPr>
            <a:lvl2pPr>
              <a:defRPr sz="7200" b="1">
                <a:solidFill>
                  <a:srgbClr val="FFFFFF"/>
                </a:solidFill>
                <a:latin typeface="Arial"/>
                <a:ea typeface="Arial"/>
                <a:cs typeface="Arial"/>
              </a:defRPr>
            </a:lvl2pPr>
            <a:lvl3pPr>
              <a:defRPr sz="7200" b="1">
                <a:solidFill>
                  <a:srgbClr val="FFFFFF"/>
                </a:solidFill>
                <a:latin typeface="Arial"/>
                <a:ea typeface="Arial"/>
                <a:cs typeface="Arial"/>
              </a:defRPr>
            </a:lvl3pPr>
            <a:lvl4pPr>
              <a:defRPr sz="7200" b="1">
                <a:solidFill>
                  <a:srgbClr val="FFFFFF"/>
                </a:solidFill>
                <a:latin typeface="Arial"/>
                <a:ea typeface="Arial"/>
                <a:cs typeface="Arial"/>
              </a:defRPr>
            </a:lvl4pPr>
            <a:lvl5pPr>
              <a:defRPr sz="7200" b="1">
                <a:solidFill>
                  <a:srgbClr val="FFFFFF"/>
                </a:solidFill>
                <a:latin typeface="Arial"/>
                <a:ea typeface="Arial"/>
                <a:cs typeface="Arial"/>
              </a:defRPr>
            </a:lvl5pPr>
            <a:lvl6pPr>
              <a:defRPr sz="7200" b="1">
                <a:solidFill>
                  <a:srgbClr val="FFFFFF"/>
                </a:solidFill>
                <a:latin typeface="Arial"/>
                <a:ea typeface="Arial"/>
                <a:cs typeface="Arial"/>
              </a:defRPr>
            </a:lvl6pPr>
            <a:lvl7pPr>
              <a:defRPr sz="7200" b="1">
                <a:solidFill>
                  <a:srgbClr val="FFFFFF"/>
                </a:solidFill>
                <a:latin typeface="Arial"/>
                <a:ea typeface="Arial"/>
                <a:cs typeface="Arial"/>
              </a:defRPr>
            </a:lvl7pPr>
            <a:lvl8pPr>
              <a:defRPr sz="7200" b="1">
                <a:solidFill>
                  <a:srgbClr val="FFFFFF"/>
                </a:solidFill>
                <a:latin typeface="Arial"/>
                <a:ea typeface="Arial"/>
                <a:cs typeface="Arial"/>
              </a:defRPr>
            </a:lvl8pPr>
            <a:lvl9pPr>
              <a:defRPr sz="7200" b="1">
                <a:solidFill>
                  <a:srgbClr val="FFFFFF"/>
                </a:solidFill>
                <a:latin typeface="Arial"/>
                <a:ea typeface="Arial"/>
                <a:cs typeface="Arial"/>
              </a:defRPr>
            </a:lvl9pPr>
          </a:lstStyle>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Campus</a:t>
            </a:r>
          </a:p>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Helpdesk</a:t>
            </a:r>
          </a:p>
        </p:txBody>
      </p:sp>
      <p:sp>
        <p:nvSpPr>
          <p:cNvPr id="5" name="">
            <a:extLst xmlns:a="http://schemas.openxmlformats.org/drawingml/2006/main">
              <a:ext uri="{FF2B5EF4-FFF2-40B4-BE49-F238E27FC236}">
                <a16:creationId xmlns:a16="http://schemas.microsoft.com/office/drawing/2014/main" id="{B7FF4FAF-8724-441C-A59D-6315E821A5CF}"/>
              </a:ext>
            </a:extLst>
          </p:cNvPr>
          <p:cNvSpPr>
            <a:spLocks xmlns:a="http://schemas.openxmlformats.org/drawingml/2006/main" noGrp="1"/>
          </p:cNvSpPr>
          <p:nvPr/>
        </p:nvSpPr>
        <p:spPr>
          <a:xfrm xmlns:a="http://schemas.openxmlformats.org/drawingml/2006/main">
            <a:off x="666750" y="4286250"/>
            <a:ext cx="9715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CFE5DF"/>
                </a:solidFill>
                <a:latin typeface="Arial"/>
                <a:ea typeface="Arial"/>
                <a:cs typeface="Arial"/>
              </a:defRPr>
            </a:defPPr>
            <a:lvl1pPr>
              <a:defRPr sz="2625" b="0">
                <a:solidFill>
                  <a:srgbClr val="CFE5DF"/>
                </a:solidFill>
                <a:latin typeface="Arial"/>
                <a:ea typeface="Arial"/>
                <a:cs typeface="Arial"/>
              </a:defRPr>
            </a:lvl1pPr>
            <a:lvl2pPr>
              <a:defRPr sz="2625" b="0">
                <a:solidFill>
                  <a:srgbClr val="CFE5DF"/>
                </a:solidFill>
                <a:latin typeface="Arial"/>
                <a:ea typeface="Arial"/>
                <a:cs typeface="Arial"/>
              </a:defRPr>
            </a:lvl2pPr>
            <a:lvl3pPr>
              <a:defRPr sz="2625" b="0">
                <a:solidFill>
                  <a:srgbClr val="CFE5DF"/>
                </a:solidFill>
                <a:latin typeface="Arial"/>
                <a:ea typeface="Arial"/>
                <a:cs typeface="Arial"/>
              </a:defRPr>
            </a:lvl3pPr>
            <a:lvl4pPr>
              <a:defRPr sz="2625" b="0">
                <a:solidFill>
                  <a:srgbClr val="CFE5DF"/>
                </a:solidFill>
                <a:latin typeface="Arial"/>
                <a:ea typeface="Arial"/>
                <a:cs typeface="Arial"/>
              </a:defRPr>
            </a:lvl4pPr>
            <a:lvl5pPr>
              <a:defRPr sz="2625" b="0">
                <a:solidFill>
                  <a:srgbClr val="CFE5DF"/>
                </a:solidFill>
                <a:latin typeface="Arial"/>
                <a:ea typeface="Arial"/>
                <a:cs typeface="Arial"/>
              </a:defRPr>
            </a:lvl5pPr>
            <a:lvl6pPr>
              <a:defRPr sz="2625" b="0">
                <a:solidFill>
                  <a:srgbClr val="CFE5DF"/>
                </a:solidFill>
                <a:latin typeface="Arial"/>
                <a:ea typeface="Arial"/>
                <a:cs typeface="Arial"/>
              </a:defRPr>
            </a:lvl6pPr>
            <a:lvl7pPr>
              <a:defRPr sz="2625" b="0">
                <a:solidFill>
                  <a:srgbClr val="CFE5DF"/>
                </a:solidFill>
                <a:latin typeface="Arial"/>
                <a:ea typeface="Arial"/>
                <a:cs typeface="Arial"/>
              </a:defRPr>
            </a:lvl7pPr>
            <a:lvl8pPr>
              <a:defRPr sz="2625" b="0">
                <a:solidFill>
                  <a:srgbClr val="CFE5DF"/>
                </a:solidFill>
                <a:latin typeface="Arial"/>
                <a:ea typeface="Arial"/>
                <a:cs typeface="Arial"/>
              </a:defRPr>
            </a:lvl8pPr>
            <a:lvl9pPr>
              <a:defRPr sz="2625" b="0">
                <a:solidFill>
                  <a:srgbClr val="CFE5DF"/>
                </a:solidFill>
                <a:latin typeface="Arial"/>
                <a:ea typeface="Arial"/>
                <a:cs typeface="Arial"/>
              </a:defRPr>
            </a:lvl9pPr>
          </a:lstStyle>
          <a:p xmlns:a="http://schemas.openxmlformats.org/drawingml/2006/main">
            <a:pPr>
              <a:defRPr sz="2625" b="0">
                <a:solidFill>
                  <a:srgbClr val="CFE5DF"/>
                </a:solidFill>
                <a:latin typeface="Arial"/>
                <a:ea typeface="Arial"/>
                <a:cs typeface="Arial"/>
              </a:defRPr>
            </a:pPr>
            <a:r>
              <a:rPr sz="2625" b="0">
                <a:solidFill>
                  <a:srgbClr val="CFE5DF"/>
                </a:solidFill>
                <a:latin typeface="Arial"/>
                <a:ea typeface="Arial"/>
                <a:cs typeface="Arial"/>
              </a:rPr>
              <a:t>AI answers with sources.</a:t>
            </a:r>
          </a:p>
          <a:p xmlns:a="http://schemas.openxmlformats.org/drawingml/2006/main">
            <a:pPr>
              <a:defRPr sz="2625" b="0">
                <a:solidFill>
                  <a:srgbClr val="CFE5DF"/>
                </a:solidFill>
                <a:latin typeface="Arial"/>
                <a:ea typeface="Arial"/>
                <a:cs typeface="Arial"/>
              </a:defRPr>
            </a:pPr>
            <a:r>
              <a:rPr sz="2625" b="0">
                <a:solidFill>
                  <a:srgbClr val="CFE5DF"/>
                </a:solidFill>
                <a:latin typeface="Arial"/>
                <a:ea typeface="Arial"/>
                <a:cs typeface="Arial"/>
              </a:rPr>
              <a:t>Staff support in the same conversation.</a:t>
            </a:r>
          </a:p>
        </p:txBody>
      </p:sp>
      <p:sp>
        <p:nvSpPr>
          <p:cNvPr id="6" name="">
            <a:extLst xmlns:a="http://schemas.openxmlformats.org/drawingml/2006/main">
              <a:ext uri="{FF2B5EF4-FFF2-40B4-BE49-F238E27FC236}">
                <a16:creationId xmlns:a16="http://schemas.microsoft.com/office/drawing/2014/main" id="{BD88AD8A-E34C-4D98-BA2F-3187F80CEC62}"/>
              </a:ext>
            </a:extLst>
          </p:cNvPr>
          <p:cNvSpPr>
            <a:spLocks xmlns:a="http://schemas.openxmlformats.org/drawingml/2006/main" noGrp="1"/>
          </p:cNvSpPr>
          <p:nvPr/>
        </p:nvSpPr>
        <p:spPr>
          <a:xfrm xmlns:a="http://schemas.openxmlformats.org/drawingml/2006/main">
            <a:off x="666750" y="5743575"/>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25 October 2026</a:t>
            </a:r>
          </a:p>
        </p:txBody>
      </p:sp>
    </p:spTree>
    <p:extLst>
      <p:ext uri="{BB962C8B-B14F-4D97-AF65-F5344CB8AC3E}">
        <p14:creationId xmlns:p14="http://schemas.microsoft.com/office/powerpoint/2010/main" val="1300642544"/>
      </p:ext>
    </p:extLst>
  </p:cSld>
</p:sld>
</file>

<file path=ppt/slides/slide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8B6CDD-1283-4A6E-88E2-186D312C22B0}"/>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76B64"/>
                </a:solidFill>
                <a:latin typeface="Arial"/>
                <a:ea typeface="Arial"/>
                <a:cs typeface="Arial"/>
              </a:defRPr>
            </a:defPPr>
            <a:lvl1pPr>
              <a:defRPr sz="1350" b="1">
                <a:solidFill>
                  <a:srgbClr val="176B64"/>
                </a:solidFill>
                <a:latin typeface="Arial"/>
                <a:ea typeface="Arial"/>
                <a:cs typeface="Arial"/>
              </a:defRPr>
            </a:lvl1pPr>
            <a:lvl2pPr>
              <a:defRPr sz="1350" b="1">
                <a:solidFill>
                  <a:srgbClr val="176B64"/>
                </a:solidFill>
                <a:latin typeface="Arial"/>
                <a:ea typeface="Arial"/>
                <a:cs typeface="Arial"/>
              </a:defRPr>
            </a:lvl2pPr>
            <a:lvl3pPr>
              <a:defRPr sz="1350" b="1">
                <a:solidFill>
                  <a:srgbClr val="176B64"/>
                </a:solidFill>
                <a:latin typeface="Arial"/>
                <a:ea typeface="Arial"/>
                <a:cs typeface="Arial"/>
              </a:defRPr>
            </a:lvl3pPr>
            <a:lvl4pPr>
              <a:defRPr sz="1350" b="1">
                <a:solidFill>
                  <a:srgbClr val="176B64"/>
                </a:solidFill>
                <a:latin typeface="Arial"/>
                <a:ea typeface="Arial"/>
                <a:cs typeface="Arial"/>
              </a:defRPr>
            </a:lvl4pPr>
            <a:lvl5pPr>
              <a:defRPr sz="1350" b="1">
                <a:solidFill>
                  <a:srgbClr val="176B64"/>
                </a:solidFill>
                <a:latin typeface="Arial"/>
                <a:ea typeface="Arial"/>
                <a:cs typeface="Arial"/>
              </a:defRPr>
            </a:lvl5pPr>
            <a:lvl6pPr>
              <a:defRPr sz="1350" b="1">
                <a:solidFill>
                  <a:srgbClr val="176B64"/>
                </a:solidFill>
                <a:latin typeface="Arial"/>
                <a:ea typeface="Arial"/>
                <a:cs typeface="Arial"/>
              </a:defRPr>
            </a:lvl6pPr>
            <a:lvl7pPr>
              <a:defRPr sz="1350" b="1">
                <a:solidFill>
                  <a:srgbClr val="176B64"/>
                </a:solidFill>
                <a:latin typeface="Arial"/>
                <a:ea typeface="Arial"/>
                <a:cs typeface="Arial"/>
              </a:defRPr>
            </a:lvl7pPr>
            <a:lvl8pPr>
              <a:defRPr sz="1350" b="1">
                <a:solidFill>
                  <a:srgbClr val="176B64"/>
                </a:solidFill>
                <a:latin typeface="Arial"/>
                <a:ea typeface="Arial"/>
                <a:cs typeface="Arial"/>
              </a:defRPr>
            </a:lvl8pPr>
            <a:lvl9pPr>
              <a:defRPr sz="1350" b="1">
                <a:solidFill>
                  <a:srgbClr val="176B64"/>
                </a:solidFill>
                <a:latin typeface="Arial"/>
                <a:ea typeface="Arial"/>
                <a:cs typeface="Arial"/>
              </a:defRPr>
            </a:lvl9pPr>
          </a:lstStyle>
          <a:p xmlns:a="http://schemas.openxmlformats.org/drawingml/2006/main">
            <a:pPr>
              <a:defRPr sz="1350" b="1">
                <a:solidFill>
                  <a:srgbClr val="176B64"/>
                </a:solidFill>
                <a:latin typeface="Arial"/>
                <a:ea typeface="Arial"/>
                <a:cs typeface="Arial"/>
              </a:defRPr>
            </a:pPr>
            <a:r>
              <a:rPr sz="1350" b="1">
                <a:solidFill>
                  <a:srgbClr val="176B64"/>
                </a:solidFill>
                <a:latin typeface="Arial"/>
                <a:ea typeface="Arial"/>
                <a:cs typeface="Arial"/>
              </a:rPr>
              <a:t>01  PROBLEM</a:t>
            </a:r>
          </a:p>
        </p:txBody>
      </p:sp>
      <p:sp>
        <p:nvSpPr>
          <p:cNvPr id="2" name="">
            <a:extLst xmlns:a="http://schemas.openxmlformats.org/drawingml/2006/main">
              <a:ext uri="{FF2B5EF4-FFF2-40B4-BE49-F238E27FC236}">
                <a16:creationId xmlns:a16="http://schemas.microsoft.com/office/drawing/2014/main" id="{7568CE92-ABDD-49A1-B11A-E79626A7AAE5}"/>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42B35"/>
                </a:solidFill>
                <a:latin typeface="Arial"/>
                <a:ea typeface="Arial"/>
                <a:cs typeface="Arial"/>
              </a:defRPr>
            </a:defPPr>
            <a:lvl1pPr>
              <a:defRPr sz="3675" b="1">
                <a:solidFill>
                  <a:srgbClr val="142B35"/>
                </a:solidFill>
                <a:latin typeface="Arial"/>
                <a:ea typeface="Arial"/>
                <a:cs typeface="Arial"/>
              </a:defRPr>
            </a:lvl1pPr>
            <a:lvl2pPr>
              <a:defRPr sz="3675" b="1">
                <a:solidFill>
                  <a:srgbClr val="142B35"/>
                </a:solidFill>
                <a:latin typeface="Arial"/>
                <a:ea typeface="Arial"/>
                <a:cs typeface="Arial"/>
              </a:defRPr>
            </a:lvl2pPr>
            <a:lvl3pPr>
              <a:defRPr sz="3675" b="1">
                <a:solidFill>
                  <a:srgbClr val="142B35"/>
                </a:solidFill>
                <a:latin typeface="Arial"/>
                <a:ea typeface="Arial"/>
                <a:cs typeface="Arial"/>
              </a:defRPr>
            </a:lvl3pPr>
            <a:lvl4pPr>
              <a:defRPr sz="3675" b="1">
                <a:solidFill>
                  <a:srgbClr val="142B35"/>
                </a:solidFill>
                <a:latin typeface="Arial"/>
                <a:ea typeface="Arial"/>
                <a:cs typeface="Arial"/>
              </a:defRPr>
            </a:lvl4pPr>
            <a:lvl5pPr>
              <a:defRPr sz="3675" b="1">
                <a:solidFill>
                  <a:srgbClr val="142B35"/>
                </a:solidFill>
                <a:latin typeface="Arial"/>
                <a:ea typeface="Arial"/>
                <a:cs typeface="Arial"/>
              </a:defRPr>
            </a:lvl5pPr>
            <a:lvl6pPr>
              <a:defRPr sz="3675" b="1">
                <a:solidFill>
                  <a:srgbClr val="142B35"/>
                </a:solidFill>
                <a:latin typeface="Arial"/>
                <a:ea typeface="Arial"/>
                <a:cs typeface="Arial"/>
              </a:defRPr>
            </a:lvl6pPr>
            <a:lvl7pPr>
              <a:defRPr sz="3675" b="1">
                <a:solidFill>
                  <a:srgbClr val="142B35"/>
                </a:solidFill>
                <a:latin typeface="Arial"/>
                <a:ea typeface="Arial"/>
                <a:cs typeface="Arial"/>
              </a:defRPr>
            </a:lvl7pPr>
            <a:lvl8pPr>
              <a:defRPr sz="3675" b="1">
                <a:solidFill>
                  <a:srgbClr val="142B35"/>
                </a:solidFill>
                <a:latin typeface="Arial"/>
                <a:ea typeface="Arial"/>
                <a:cs typeface="Arial"/>
              </a:defRPr>
            </a:lvl8pPr>
            <a:lvl9pPr>
              <a:defRPr sz="3675" b="1">
                <a:solidFill>
                  <a:srgbClr val="142B35"/>
                </a:solidFill>
                <a:latin typeface="Arial"/>
                <a:ea typeface="Arial"/>
                <a:cs typeface="Arial"/>
              </a:defRPr>
            </a:lvl9pPr>
          </a:lstStyle>
          <a:p xmlns:a="http://schemas.openxmlformats.org/drawingml/2006/main">
            <a:pPr>
              <a:defRPr sz="3675" b="1">
                <a:solidFill>
                  <a:srgbClr val="142B35"/>
                </a:solidFill>
                <a:latin typeface="Arial"/>
                <a:ea typeface="Arial"/>
                <a:cs typeface="Arial"/>
              </a:defRPr>
            </a:pPr>
            <a:r>
              <a:rPr sz="3675" b="1">
                <a:solidFill>
                  <a:srgbClr val="142B35"/>
                </a:solidFill>
                <a:latin typeface="Arial"/>
                <a:ea typeface="Arial"/>
                <a:cs typeface="Arial"/>
              </a:rPr>
              <a:t>Finding the right campus information</a:t>
            </a:r>
          </a:p>
        </p:txBody>
      </p:sp>
      <p:sp>
        <p:nvSpPr>
          <p:cNvPr id="3" name="">
            <a:extLst xmlns:a="http://schemas.openxmlformats.org/drawingml/2006/main">
              <a:ext uri="{FF2B5EF4-FFF2-40B4-BE49-F238E27FC236}">
                <a16:creationId xmlns:a16="http://schemas.microsoft.com/office/drawing/2014/main" id="{02EDAC88-F17F-4C5A-B151-E3A04B8B584A}"/>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D72"/>
                </a:solidFill>
                <a:latin typeface="Arial"/>
                <a:ea typeface="Arial"/>
                <a:cs typeface="Arial"/>
              </a:defRPr>
            </a:defPPr>
            <a:lvl1pPr>
              <a:defRPr sz="975" b="0">
                <a:solidFill>
                  <a:srgbClr val="5F6D72"/>
                </a:solidFill>
                <a:latin typeface="Arial"/>
                <a:ea typeface="Arial"/>
                <a:cs typeface="Arial"/>
              </a:defRPr>
            </a:lvl1pPr>
            <a:lvl2pPr>
              <a:defRPr sz="975" b="0">
                <a:solidFill>
                  <a:srgbClr val="5F6D72"/>
                </a:solidFill>
                <a:latin typeface="Arial"/>
                <a:ea typeface="Arial"/>
                <a:cs typeface="Arial"/>
              </a:defRPr>
            </a:lvl2pPr>
            <a:lvl3pPr>
              <a:defRPr sz="975" b="0">
                <a:solidFill>
                  <a:srgbClr val="5F6D72"/>
                </a:solidFill>
                <a:latin typeface="Arial"/>
                <a:ea typeface="Arial"/>
                <a:cs typeface="Arial"/>
              </a:defRPr>
            </a:lvl3pPr>
            <a:lvl4pPr>
              <a:defRPr sz="975" b="0">
                <a:solidFill>
                  <a:srgbClr val="5F6D72"/>
                </a:solidFill>
                <a:latin typeface="Arial"/>
                <a:ea typeface="Arial"/>
                <a:cs typeface="Arial"/>
              </a:defRPr>
            </a:lvl4pPr>
            <a:lvl5pPr>
              <a:defRPr sz="975" b="0">
                <a:solidFill>
                  <a:srgbClr val="5F6D72"/>
                </a:solidFill>
                <a:latin typeface="Arial"/>
                <a:ea typeface="Arial"/>
                <a:cs typeface="Arial"/>
              </a:defRPr>
            </a:lvl5pPr>
            <a:lvl6pPr>
              <a:defRPr sz="975" b="0">
                <a:solidFill>
                  <a:srgbClr val="5F6D72"/>
                </a:solidFill>
                <a:latin typeface="Arial"/>
                <a:ea typeface="Arial"/>
                <a:cs typeface="Arial"/>
              </a:defRPr>
            </a:lvl6pPr>
            <a:lvl7pPr>
              <a:defRPr sz="975" b="0">
                <a:solidFill>
                  <a:srgbClr val="5F6D72"/>
                </a:solidFill>
                <a:latin typeface="Arial"/>
                <a:ea typeface="Arial"/>
                <a:cs typeface="Arial"/>
              </a:defRPr>
            </a:lvl7pPr>
            <a:lvl8pPr>
              <a:defRPr sz="975" b="0">
                <a:solidFill>
                  <a:srgbClr val="5F6D72"/>
                </a:solidFill>
                <a:latin typeface="Arial"/>
                <a:ea typeface="Arial"/>
                <a:cs typeface="Arial"/>
              </a:defRPr>
            </a:lvl8pPr>
            <a:lvl9pPr>
              <a:defRPr sz="975" b="0">
                <a:solidFill>
                  <a:srgbClr val="5F6D72"/>
                </a:solidFill>
                <a:latin typeface="Arial"/>
                <a:ea typeface="Arial"/>
                <a:cs typeface="Arial"/>
              </a:defRPr>
            </a:lvl9pPr>
          </a:lstStyle>
          <a:p xmlns:a="http://schemas.openxmlformats.org/drawingml/2006/main">
            <a:pPr>
              <a:defRPr sz="975" b="0">
                <a:solidFill>
                  <a:srgbClr val="5F6D72"/>
                </a:solidFill>
                <a:latin typeface="Arial"/>
                <a:ea typeface="Arial"/>
                <a:cs typeface="Arial"/>
              </a:defRPr>
            </a:pPr>
            <a:r>
              <a:rPr sz="975" b="0">
                <a:solidFill>
                  <a:srgbClr val="5F6D72"/>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A1EB4377-FFD4-4D09-A35C-F7245896F6C1}"/>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B64"/>
                </a:solidFill>
                <a:latin typeface="Arial"/>
                <a:ea typeface="Arial"/>
                <a:cs typeface="Arial"/>
              </a:defRPr>
            </a:defPPr>
            <a:lvl1pPr>
              <a:defRPr sz="1500" b="1">
                <a:solidFill>
                  <a:srgbClr val="176B64"/>
                </a:solidFill>
                <a:latin typeface="Arial"/>
                <a:ea typeface="Arial"/>
                <a:cs typeface="Arial"/>
              </a:defRPr>
            </a:lvl1pPr>
            <a:lvl2pPr>
              <a:defRPr sz="1500" b="1">
                <a:solidFill>
                  <a:srgbClr val="176B64"/>
                </a:solidFill>
                <a:latin typeface="Arial"/>
                <a:ea typeface="Arial"/>
                <a:cs typeface="Arial"/>
              </a:defRPr>
            </a:lvl2pPr>
            <a:lvl3pPr>
              <a:defRPr sz="1500" b="1">
                <a:solidFill>
                  <a:srgbClr val="176B64"/>
                </a:solidFill>
                <a:latin typeface="Arial"/>
                <a:ea typeface="Arial"/>
                <a:cs typeface="Arial"/>
              </a:defRPr>
            </a:lvl3pPr>
            <a:lvl4pPr>
              <a:defRPr sz="1500" b="1">
                <a:solidFill>
                  <a:srgbClr val="176B64"/>
                </a:solidFill>
                <a:latin typeface="Arial"/>
                <a:ea typeface="Arial"/>
                <a:cs typeface="Arial"/>
              </a:defRPr>
            </a:lvl4pPr>
            <a:lvl5pPr>
              <a:defRPr sz="1500" b="1">
                <a:solidFill>
                  <a:srgbClr val="176B64"/>
                </a:solidFill>
                <a:latin typeface="Arial"/>
                <a:ea typeface="Arial"/>
                <a:cs typeface="Arial"/>
              </a:defRPr>
            </a:lvl5pPr>
            <a:lvl6pPr>
              <a:defRPr sz="1500" b="1">
                <a:solidFill>
                  <a:srgbClr val="176B64"/>
                </a:solidFill>
                <a:latin typeface="Arial"/>
                <a:ea typeface="Arial"/>
                <a:cs typeface="Arial"/>
              </a:defRPr>
            </a:lvl6pPr>
            <a:lvl7pPr>
              <a:defRPr sz="1500" b="1">
                <a:solidFill>
                  <a:srgbClr val="176B64"/>
                </a:solidFill>
                <a:latin typeface="Arial"/>
                <a:ea typeface="Arial"/>
                <a:cs typeface="Arial"/>
              </a:defRPr>
            </a:lvl7pPr>
            <a:lvl8pPr>
              <a:defRPr sz="1500" b="1">
                <a:solidFill>
                  <a:srgbClr val="176B64"/>
                </a:solidFill>
                <a:latin typeface="Arial"/>
                <a:ea typeface="Arial"/>
                <a:cs typeface="Arial"/>
              </a:defRPr>
            </a:lvl8pPr>
            <a:lvl9pPr>
              <a:defRPr sz="1500" b="1">
                <a:solidFill>
                  <a:srgbClr val="176B64"/>
                </a:solidFill>
                <a:latin typeface="Arial"/>
                <a:ea typeface="Arial"/>
                <a:cs typeface="Arial"/>
              </a:defRPr>
            </a:lvl9pPr>
          </a:lstStyle>
          <a:p xmlns:a="http://schemas.openxmlformats.org/drawingml/2006/main">
            <a:pPr>
              <a:defRPr sz="1500" b="1">
                <a:solidFill>
                  <a:srgbClr val="176B64"/>
                </a:solidFill>
                <a:latin typeface="Arial"/>
                <a:ea typeface="Arial"/>
                <a:cs typeface="Arial"/>
              </a:defRPr>
            </a:pPr>
            <a:r>
              <a:rPr sz="1500" b="1">
                <a:solidFill>
                  <a:srgbClr val="176B6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F713AFF-5B13-498B-8C44-15092D0703DC}"/>
              </a:ext>
            </a:extLst>
          </p:cNvPr>
          <p:cNvSpPr>
            <a:spLocks xmlns:a="http://schemas.openxmlformats.org/drawingml/2006/main" noGrp="1"/>
          </p:cNvSpPr>
          <p:nvPr/>
        </p:nvSpPr>
        <p:spPr>
          <a:xfrm xmlns:a="http://schemas.openxmlformats.org/drawingml/2006/main">
            <a:off x="609600" y="2505075"/>
            <a:ext cx="4476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142B35"/>
                </a:solidFill>
                <a:latin typeface="Arial"/>
                <a:ea typeface="Arial"/>
                <a:cs typeface="Arial"/>
              </a:defRPr>
            </a:defPPr>
            <a:lvl1pPr>
              <a:defRPr sz="4350" b="1">
                <a:solidFill>
                  <a:srgbClr val="142B35"/>
                </a:solidFill>
                <a:latin typeface="Arial"/>
                <a:ea typeface="Arial"/>
                <a:cs typeface="Arial"/>
              </a:defRPr>
            </a:lvl1pPr>
            <a:lvl2pPr>
              <a:defRPr sz="4350" b="1">
                <a:solidFill>
                  <a:srgbClr val="142B35"/>
                </a:solidFill>
                <a:latin typeface="Arial"/>
                <a:ea typeface="Arial"/>
                <a:cs typeface="Arial"/>
              </a:defRPr>
            </a:lvl2pPr>
            <a:lvl3pPr>
              <a:defRPr sz="4350" b="1">
                <a:solidFill>
                  <a:srgbClr val="142B35"/>
                </a:solidFill>
                <a:latin typeface="Arial"/>
                <a:ea typeface="Arial"/>
                <a:cs typeface="Arial"/>
              </a:defRPr>
            </a:lvl3pPr>
            <a:lvl4pPr>
              <a:defRPr sz="4350" b="1">
                <a:solidFill>
                  <a:srgbClr val="142B35"/>
                </a:solidFill>
                <a:latin typeface="Arial"/>
                <a:ea typeface="Arial"/>
                <a:cs typeface="Arial"/>
              </a:defRPr>
            </a:lvl4pPr>
            <a:lvl5pPr>
              <a:defRPr sz="4350" b="1">
                <a:solidFill>
                  <a:srgbClr val="142B35"/>
                </a:solidFill>
                <a:latin typeface="Arial"/>
                <a:ea typeface="Arial"/>
                <a:cs typeface="Arial"/>
              </a:defRPr>
            </a:lvl5pPr>
            <a:lvl6pPr>
              <a:defRPr sz="4350" b="1">
                <a:solidFill>
                  <a:srgbClr val="142B35"/>
                </a:solidFill>
                <a:latin typeface="Arial"/>
                <a:ea typeface="Arial"/>
                <a:cs typeface="Arial"/>
              </a:defRPr>
            </a:lvl6pPr>
            <a:lvl7pPr>
              <a:defRPr sz="4350" b="1">
                <a:solidFill>
                  <a:srgbClr val="142B35"/>
                </a:solidFill>
                <a:latin typeface="Arial"/>
                <a:ea typeface="Arial"/>
                <a:cs typeface="Arial"/>
              </a:defRPr>
            </a:lvl7pPr>
            <a:lvl8pPr>
              <a:defRPr sz="4350" b="1">
                <a:solidFill>
                  <a:srgbClr val="142B35"/>
                </a:solidFill>
                <a:latin typeface="Arial"/>
                <a:ea typeface="Arial"/>
                <a:cs typeface="Arial"/>
              </a:defRPr>
            </a:lvl8pPr>
            <a:lvl9pPr>
              <a:defRPr sz="4350" b="1">
                <a:solidFill>
                  <a:srgbClr val="142B35"/>
                </a:solidFill>
                <a:latin typeface="Arial"/>
                <a:ea typeface="Arial"/>
                <a:cs typeface="Arial"/>
              </a:defRPr>
            </a:lvl9pPr>
          </a:lstStyle>
          <a:p xmlns:a="http://schemas.openxmlformats.org/drawingml/2006/main">
            <a:pPr>
              <a:defRPr sz="4350" b="1">
                <a:solidFill>
                  <a:srgbClr val="142B35"/>
                </a:solidFill>
                <a:latin typeface="Arial"/>
                <a:ea typeface="Arial"/>
                <a:cs typeface="Arial"/>
              </a:defRPr>
            </a:pPr>
            <a:r>
              <a:rPr sz="4350" b="1">
                <a:solidFill>
                  <a:srgbClr val="142B35"/>
                </a:solidFill>
                <a:latin typeface="Arial"/>
                <a:ea typeface="Arial"/>
                <a:cs typeface="Arial"/>
              </a:rPr>
              <a:t>A student has</a:t>
            </a:r>
          </a:p>
          <a:p xmlns:a="http://schemas.openxmlformats.org/drawingml/2006/main">
            <a:pPr>
              <a:defRPr sz="4350" b="1">
                <a:solidFill>
                  <a:srgbClr val="142B35"/>
                </a:solidFill>
                <a:latin typeface="Arial"/>
                <a:ea typeface="Arial"/>
                <a:cs typeface="Arial"/>
              </a:defRPr>
            </a:pPr>
            <a:r>
              <a:rPr sz="4350" b="1">
                <a:solidFill>
                  <a:srgbClr val="142B35"/>
                </a:solidFill>
                <a:latin typeface="Arial"/>
                <a:ea typeface="Arial"/>
                <a:cs typeface="Arial"/>
              </a:rPr>
              <a:t>a question.</a:t>
            </a:r>
          </a:p>
        </p:txBody>
      </p:sp>
      <p:sp>
        <p:nvSpPr>
          <p:cNvPr id="6" name="">
            <a:extLst xmlns:a="http://schemas.openxmlformats.org/drawingml/2006/main">
              <a:ext uri="{FF2B5EF4-FFF2-40B4-BE49-F238E27FC236}">
                <a16:creationId xmlns:a16="http://schemas.microsoft.com/office/drawing/2014/main" id="{ACC95D82-4991-4E3C-9355-9EB281E7FD53}"/>
              </a:ext>
            </a:extLst>
          </p:cNvPr>
          <p:cNvSpPr>
            <a:spLocks xmlns:a="http://schemas.openxmlformats.org/drawingml/2006/main" noGrp="1"/>
          </p:cNvSpPr>
          <p:nvPr/>
        </p:nvSpPr>
        <p:spPr>
          <a:xfrm xmlns:a="http://schemas.openxmlformats.org/drawingml/2006/main">
            <a:off x="609600" y="45243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F6D72"/>
                </a:solidFill>
                <a:latin typeface="Arial"/>
                <a:ea typeface="Arial"/>
                <a:cs typeface="Arial"/>
              </a:defRPr>
            </a:defPPr>
            <a:lvl1pPr>
              <a:defRPr sz="2175" b="0">
                <a:solidFill>
                  <a:srgbClr val="5F6D72"/>
                </a:solidFill>
                <a:latin typeface="Arial"/>
                <a:ea typeface="Arial"/>
                <a:cs typeface="Arial"/>
              </a:defRPr>
            </a:lvl1pPr>
            <a:lvl2pPr>
              <a:defRPr sz="2175" b="0">
                <a:solidFill>
                  <a:srgbClr val="5F6D72"/>
                </a:solidFill>
                <a:latin typeface="Arial"/>
                <a:ea typeface="Arial"/>
                <a:cs typeface="Arial"/>
              </a:defRPr>
            </a:lvl2pPr>
            <a:lvl3pPr>
              <a:defRPr sz="2175" b="0">
                <a:solidFill>
                  <a:srgbClr val="5F6D72"/>
                </a:solidFill>
                <a:latin typeface="Arial"/>
                <a:ea typeface="Arial"/>
                <a:cs typeface="Arial"/>
              </a:defRPr>
            </a:lvl3pPr>
            <a:lvl4pPr>
              <a:defRPr sz="2175" b="0">
                <a:solidFill>
                  <a:srgbClr val="5F6D72"/>
                </a:solidFill>
                <a:latin typeface="Arial"/>
                <a:ea typeface="Arial"/>
                <a:cs typeface="Arial"/>
              </a:defRPr>
            </a:lvl4pPr>
            <a:lvl5pPr>
              <a:defRPr sz="2175" b="0">
                <a:solidFill>
                  <a:srgbClr val="5F6D72"/>
                </a:solidFill>
                <a:latin typeface="Arial"/>
                <a:ea typeface="Arial"/>
                <a:cs typeface="Arial"/>
              </a:defRPr>
            </a:lvl5pPr>
            <a:lvl6pPr>
              <a:defRPr sz="2175" b="0">
                <a:solidFill>
                  <a:srgbClr val="5F6D72"/>
                </a:solidFill>
                <a:latin typeface="Arial"/>
                <a:ea typeface="Arial"/>
                <a:cs typeface="Arial"/>
              </a:defRPr>
            </a:lvl6pPr>
            <a:lvl7pPr>
              <a:defRPr sz="2175" b="0">
                <a:solidFill>
                  <a:srgbClr val="5F6D72"/>
                </a:solidFill>
                <a:latin typeface="Arial"/>
                <a:ea typeface="Arial"/>
                <a:cs typeface="Arial"/>
              </a:defRPr>
            </a:lvl7pPr>
            <a:lvl8pPr>
              <a:defRPr sz="2175" b="0">
                <a:solidFill>
                  <a:srgbClr val="5F6D72"/>
                </a:solidFill>
                <a:latin typeface="Arial"/>
                <a:ea typeface="Arial"/>
                <a:cs typeface="Arial"/>
              </a:defRPr>
            </a:lvl8pPr>
            <a:lvl9pPr>
              <a:defRPr sz="2175" b="0">
                <a:solidFill>
                  <a:srgbClr val="5F6D72"/>
                </a:solidFill>
                <a:latin typeface="Arial"/>
                <a:ea typeface="Arial"/>
                <a:cs typeface="Arial"/>
              </a:defRPr>
            </a:lvl9pPr>
          </a:lstStyle>
          <a:p xmlns:a="http://schemas.openxmlformats.org/drawingml/2006/main">
            <a:pPr>
              <a:defRPr sz="2175" b="0">
                <a:solidFill>
                  <a:srgbClr val="5F6D72"/>
                </a:solidFill>
                <a:latin typeface="Arial"/>
                <a:ea typeface="Arial"/>
                <a:cs typeface="Arial"/>
              </a:defRPr>
            </a:pPr>
            <a:r>
              <a:rPr sz="2175" b="0">
                <a:solidFill>
                  <a:srgbClr val="5F6D72"/>
                </a:solidFill>
                <a:latin typeface="Arial"/>
                <a:ea typeface="Arial"/>
                <a:cs typeface="Arial"/>
              </a:rPr>
              <a:t>Hostel booking. Library rules.</a:t>
            </a:r>
          </a:p>
          <a:p xmlns:a="http://schemas.openxmlformats.org/drawingml/2006/main">
            <a:pPr>
              <a:defRPr sz="2175" b="0">
                <a:solidFill>
                  <a:srgbClr val="5F6D72"/>
                </a:solidFill>
                <a:latin typeface="Arial"/>
                <a:ea typeface="Arial"/>
                <a:cs typeface="Arial"/>
              </a:defRPr>
            </a:pPr>
            <a:r>
              <a:rPr sz="2175" b="0">
                <a:solidFill>
                  <a:srgbClr val="5F6D72"/>
                </a:solidFill>
                <a:latin typeface="Arial"/>
                <a:ea typeface="Arial"/>
                <a:cs typeface="Arial"/>
              </a:rPr>
              <a:t>Academic procedures.</a:t>
            </a:r>
          </a:p>
        </p:txBody>
      </p:sp>
      <p:sp>
        <p:nvSpPr>
          <p:cNvPr id="7" name="">
            <a:extLst xmlns:a="http://schemas.openxmlformats.org/drawingml/2006/main">
              <a:ext uri="{FF2B5EF4-FFF2-40B4-BE49-F238E27FC236}">
                <a16:creationId xmlns:a16="http://schemas.microsoft.com/office/drawing/2014/main" id="{62521CEE-21D8-4500-A7BC-6B72F7F60C9A}"/>
              </a:ext>
            </a:extLst>
          </p:cNvPr>
          <p:cNvSpPr>
            <a:spLocks xmlns:a="http://schemas.openxmlformats.org/drawingml/2006/main" noGrp="1"/>
          </p:cNvSpPr>
          <p:nvPr/>
        </p:nvSpPr>
        <p:spPr>
          <a:xfrm xmlns:a="http://schemas.openxmlformats.org/drawingml/2006/main">
            <a:off x="6286500" y="240030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Information is spread out</a:t>
            </a:r>
          </a:p>
        </p:txBody>
      </p:sp>
      <p:sp>
        <p:nvSpPr>
          <p:cNvPr id="8" name="">
            <a:extLst xmlns:a="http://schemas.openxmlformats.org/drawingml/2006/main">
              <a:ext uri="{FF2B5EF4-FFF2-40B4-BE49-F238E27FC236}">
                <a16:creationId xmlns:a16="http://schemas.microsoft.com/office/drawing/2014/main" id="{8A756C5E-0437-484C-8CF1-7CE543E396B1}"/>
              </a:ext>
            </a:extLst>
          </p:cNvPr>
          <p:cNvSpPr>
            <a:spLocks xmlns:a="http://schemas.openxmlformats.org/drawingml/2006/main" noGrp="1"/>
          </p:cNvSpPr>
          <p:nvPr/>
        </p:nvSpPr>
        <p:spPr>
          <a:xfrm xmlns:a="http://schemas.openxmlformats.org/drawingml/2006/main">
            <a:off x="6286500" y="3133725"/>
            <a:ext cx="5095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Relevant details sit across university pages, policy PDFs and different offices.</a:t>
            </a:r>
          </a:p>
        </p:txBody>
      </p:sp>
      <p:sp>
        <p:nvSpPr>
          <p:cNvPr id="9" name="">
            <a:extLst xmlns:a="http://schemas.openxmlformats.org/drawingml/2006/main">
              <a:ext uri="{FF2B5EF4-FFF2-40B4-BE49-F238E27FC236}">
                <a16:creationId xmlns:a16="http://schemas.microsoft.com/office/drawing/2014/main" id="{373C0A85-DDC3-46C4-8F63-9DE296E234B7}"/>
              </a:ext>
            </a:extLst>
          </p:cNvPr>
          <p:cNvSpPr>
            <a:spLocks xmlns:a="http://schemas.openxmlformats.org/drawingml/2006/main" noGrp="1"/>
          </p:cNvSpPr>
          <p:nvPr/>
        </p:nvSpPr>
        <p:spPr>
          <a:xfrm xmlns:a="http://schemas.openxmlformats.org/drawingml/2006/main">
            <a:off x="6286500" y="4391025"/>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Some answers need staff</a:t>
            </a:r>
          </a:p>
        </p:txBody>
      </p:sp>
      <p:sp>
        <p:nvSpPr>
          <p:cNvPr id="10" name="">
            <a:extLst xmlns:a="http://schemas.openxmlformats.org/drawingml/2006/main">
              <a:ext uri="{FF2B5EF4-FFF2-40B4-BE49-F238E27FC236}">
                <a16:creationId xmlns:a16="http://schemas.microsoft.com/office/drawing/2014/main" id="{1365A097-7DF7-4E6A-9695-A43579E57A7F}"/>
              </a:ext>
            </a:extLst>
          </p:cNvPr>
          <p:cNvSpPr>
            <a:spLocks xmlns:a="http://schemas.openxmlformats.org/drawingml/2006/main" noGrp="1"/>
          </p:cNvSpPr>
          <p:nvPr/>
        </p:nvSpPr>
        <p:spPr>
          <a:xfrm xmlns:a="http://schemas.openxmlformats.org/drawingml/2006/main">
            <a:off x="6286500" y="5124450"/>
            <a:ext cx="5095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Unclear details and personal requests need a human response.</a:t>
            </a:r>
          </a:p>
        </p:txBody>
      </p:sp>
    </p:spTree>
    <p:extLst>
      <p:ext uri="{BB962C8B-B14F-4D97-AF65-F5344CB8AC3E}">
        <p14:creationId xmlns:p14="http://schemas.microsoft.com/office/powerpoint/2010/main" val="1671155807"/>
      </p:ext>
    </p:extLst>
  </p:cSld>
</p:sld>
</file>

<file path=ppt/slides/slide3.xml><?xml version="1.0" encoding="utf-8"?>
<p:sld xmlns:p="http://schemas.openxmlformats.org/presentationml/2006/main">
  <p:cSld>
    <p:bg>
      <p:bgPr>
        <a:solidFill xmlns:a="http://schemas.openxmlformats.org/drawingml/2006/main">
          <a:srgbClr val="142B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77793F-4A81-4FBC-8307-B9C277BE4BC8}"/>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CFE5DF"/>
                </a:solidFill>
                <a:latin typeface="Arial"/>
                <a:ea typeface="Arial"/>
                <a:cs typeface="Arial"/>
              </a:defRPr>
            </a:defPPr>
            <a:lvl1pPr>
              <a:defRPr sz="1350" b="1">
                <a:solidFill>
                  <a:srgbClr val="CFE5DF"/>
                </a:solidFill>
                <a:latin typeface="Arial"/>
                <a:ea typeface="Arial"/>
                <a:cs typeface="Arial"/>
              </a:defRPr>
            </a:lvl1pPr>
            <a:lvl2pPr>
              <a:defRPr sz="1350" b="1">
                <a:solidFill>
                  <a:srgbClr val="CFE5DF"/>
                </a:solidFill>
                <a:latin typeface="Arial"/>
                <a:ea typeface="Arial"/>
                <a:cs typeface="Arial"/>
              </a:defRPr>
            </a:lvl2pPr>
            <a:lvl3pPr>
              <a:defRPr sz="1350" b="1">
                <a:solidFill>
                  <a:srgbClr val="CFE5DF"/>
                </a:solidFill>
                <a:latin typeface="Arial"/>
                <a:ea typeface="Arial"/>
                <a:cs typeface="Arial"/>
              </a:defRPr>
            </a:lvl3pPr>
            <a:lvl4pPr>
              <a:defRPr sz="1350" b="1">
                <a:solidFill>
                  <a:srgbClr val="CFE5DF"/>
                </a:solidFill>
                <a:latin typeface="Arial"/>
                <a:ea typeface="Arial"/>
                <a:cs typeface="Arial"/>
              </a:defRPr>
            </a:lvl4pPr>
            <a:lvl5pPr>
              <a:defRPr sz="1350" b="1">
                <a:solidFill>
                  <a:srgbClr val="CFE5DF"/>
                </a:solidFill>
                <a:latin typeface="Arial"/>
                <a:ea typeface="Arial"/>
                <a:cs typeface="Arial"/>
              </a:defRPr>
            </a:lvl5pPr>
            <a:lvl6pPr>
              <a:defRPr sz="1350" b="1">
                <a:solidFill>
                  <a:srgbClr val="CFE5DF"/>
                </a:solidFill>
                <a:latin typeface="Arial"/>
                <a:ea typeface="Arial"/>
                <a:cs typeface="Arial"/>
              </a:defRPr>
            </a:lvl6pPr>
            <a:lvl7pPr>
              <a:defRPr sz="1350" b="1">
                <a:solidFill>
                  <a:srgbClr val="CFE5DF"/>
                </a:solidFill>
                <a:latin typeface="Arial"/>
                <a:ea typeface="Arial"/>
                <a:cs typeface="Arial"/>
              </a:defRPr>
            </a:lvl7pPr>
            <a:lvl8pPr>
              <a:defRPr sz="1350" b="1">
                <a:solidFill>
                  <a:srgbClr val="CFE5DF"/>
                </a:solidFill>
                <a:latin typeface="Arial"/>
                <a:ea typeface="Arial"/>
                <a:cs typeface="Arial"/>
              </a:defRPr>
            </a:lvl8pPr>
            <a:lvl9pPr>
              <a:defRPr sz="1350" b="1">
                <a:solidFill>
                  <a:srgbClr val="CFE5DF"/>
                </a:solidFill>
                <a:latin typeface="Arial"/>
                <a:ea typeface="Arial"/>
                <a:cs typeface="Arial"/>
              </a:defRPr>
            </a:lvl9pPr>
          </a:lstStyle>
          <a:p xmlns:a="http://schemas.openxmlformats.org/drawingml/2006/main">
            <a:pPr>
              <a:defRPr sz="1350" b="1">
                <a:solidFill>
                  <a:srgbClr val="CFE5DF"/>
                </a:solidFill>
                <a:latin typeface="Arial"/>
                <a:ea typeface="Arial"/>
                <a:cs typeface="Arial"/>
              </a:defRPr>
            </a:pPr>
            <a:r>
              <a:rPr sz="1350" b="1">
                <a:solidFill>
                  <a:srgbClr val="CFE5DF"/>
                </a:solidFill>
                <a:latin typeface="Arial"/>
                <a:ea typeface="Arial"/>
                <a:cs typeface="Arial"/>
              </a:rPr>
              <a:t>02  IDEA</a:t>
            </a:r>
          </a:p>
        </p:txBody>
      </p:sp>
      <p:sp>
        <p:nvSpPr>
          <p:cNvPr id="2" name="">
            <a:extLst xmlns:a="http://schemas.openxmlformats.org/drawingml/2006/main">
              <a:ext uri="{FF2B5EF4-FFF2-40B4-BE49-F238E27FC236}">
                <a16:creationId xmlns:a16="http://schemas.microsoft.com/office/drawing/2014/main" id="{142A00EB-209F-4828-A942-57EB728BE1FD}"/>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FFFFF"/>
                </a:solidFill>
                <a:latin typeface="Arial"/>
                <a:ea typeface="Arial"/>
                <a:cs typeface="Arial"/>
              </a:defRPr>
            </a:defPPr>
            <a:lvl1pPr>
              <a:defRPr sz="3675" b="1">
                <a:solidFill>
                  <a:srgbClr val="FFFFFF"/>
                </a:solidFill>
                <a:latin typeface="Arial"/>
                <a:ea typeface="Arial"/>
                <a:cs typeface="Arial"/>
              </a:defRPr>
            </a:lvl1pPr>
            <a:lvl2pPr>
              <a:defRPr sz="3675" b="1">
                <a:solidFill>
                  <a:srgbClr val="FFFFFF"/>
                </a:solidFill>
                <a:latin typeface="Arial"/>
                <a:ea typeface="Arial"/>
                <a:cs typeface="Arial"/>
              </a:defRPr>
            </a:lvl2pPr>
            <a:lvl3pPr>
              <a:defRPr sz="3675" b="1">
                <a:solidFill>
                  <a:srgbClr val="FFFFFF"/>
                </a:solidFill>
                <a:latin typeface="Arial"/>
                <a:ea typeface="Arial"/>
                <a:cs typeface="Arial"/>
              </a:defRPr>
            </a:lvl3pPr>
            <a:lvl4pPr>
              <a:defRPr sz="3675" b="1">
                <a:solidFill>
                  <a:srgbClr val="FFFFFF"/>
                </a:solidFill>
                <a:latin typeface="Arial"/>
                <a:ea typeface="Arial"/>
                <a:cs typeface="Arial"/>
              </a:defRPr>
            </a:lvl4pPr>
            <a:lvl5pPr>
              <a:defRPr sz="3675" b="1">
                <a:solidFill>
                  <a:srgbClr val="FFFFFF"/>
                </a:solidFill>
                <a:latin typeface="Arial"/>
                <a:ea typeface="Arial"/>
                <a:cs typeface="Arial"/>
              </a:defRPr>
            </a:lvl5pPr>
            <a:lvl6pPr>
              <a:defRPr sz="3675" b="1">
                <a:solidFill>
                  <a:srgbClr val="FFFFFF"/>
                </a:solidFill>
                <a:latin typeface="Arial"/>
                <a:ea typeface="Arial"/>
                <a:cs typeface="Arial"/>
              </a:defRPr>
            </a:lvl6pPr>
            <a:lvl7pPr>
              <a:defRPr sz="3675" b="1">
                <a:solidFill>
                  <a:srgbClr val="FFFFFF"/>
                </a:solidFill>
                <a:latin typeface="Arial"/>
                <a:ea typeface="Arial"/>
                <a:cs typeface="Arial"/>
              </a:defRPr>
            </a:lvl7pPr>
            <a:lvl8pPr>
              <a:defRPr sz="3675" b="1">
                <a:solidFill>
                  <a:srgbClr val="FFFFFF"/>
                </a:solidFill>
                <a:latin typeface="Arial"/>
                <a:ea typeface="Arial"/>
                <a:cs typeface="Arial"/>
              </a:defRPr>
            </a:lvl8pPr>
            <a:lvl9pPr>
              <a:defRPr sz="3675" b="1">
                <a:solidFill>
                  <a:srgbClr val="FFFFFF"/>
                </a:solidFill>
                <a:latin typeface="Arial"/>
                <a:ea typeface="Arial"/>
                <a:cs typeface="Arial"/>
              </a:defRPr>
            </a:lvl9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One place for campus questions</a:t>
            </a:r>
          </a:p>
        </p:txBody>
      </p:sp>
      <p:sp>
        <p:nvSpPr>
          <p:cNvPr id="3" name="">
            <a:extLst xmlns:a="http://schemas.openxmlformats.org/drawingml/2006/main">
              <a:ext uri="{FF2B5EF4-FFF2-40B4-BE49-F238E27FC236}">
                <a16:creationId xmlns:a16="http://schemas.microsoft.com/office/drawing/2014/main" id="{65AD8627-7FD1-4F8D-AAA2-7286B3D4A4E8}"/>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FE5DF"/>
                </a:solidFill>
                <a:latin typeface="Arial"/>
                <a:ea typeface="Arial"/>
                <a:cs typeface="Arial"/>
              </a:defRPr>
            </a:defPPr>
            <a:lvl1pPr>
              <a:defRPr sz="975" b="0">
                <a:solidFill>
                  <a:srgbClr val="CFE5DF"/>
                </a:solidFill>
                <a:latin typeface="Arial"/>
                <a:ea typeface="Arial"/>
                <a:cs typeface="Arial"/>
              </a:defRPr>
            </a:lvl1pPr>
            <a:lvl2pPr>
              <a:defRPr sz="975" b="0">
                <a:solidFill>
                  <a:srgbClr val="CFE5DF"/>
                </a:solidFill>
                <a:latin typeface="Arial"/>
                <a:ea typeface="Arial"/>
                <a:cs typeface="Arial"/>
              </a:defRPr>
            </a:lvl2pPr>
            <a:lvl3pPr>
              <a:defRPr sz="975" b="0">
                <a:solidFill>
                  <a:srgbClr val="CFE5DF"/>
                </a:solidFill>
                <a:latin typeface="Arial"/>
                <a:ea typeface="Arial"/>
                <a:cs typeface="Arial"/>
              </a:defRPr>
            </a:lvl3pPr>
            <a:lvl4pPr>
              <a:defRPr sz="975" b="0">
                <a:solidFill>
                  <a:srgbClr val="CFE5DF"/>
                </a:solidFill>
                <a:latin typeface="Arial"/>
                <a:ea typeface="Arial"/>
                <a:cs typeface="Arial"/>
              </a:defRPr>
            </a:lvl4pPr>
            <a:lvl5pPr>
              <a:defRPr sz="975" b="0">
                <a:solidFill>
                  <a:srgbClr val="CFE5DF"/>
                </a:solidFill>
                <a:latin typeface="Arial"/>
                <a:ea typeface="Arial"/>
                <a:cs typeface="Arial"/>
              </a:defRPr>
            </a:lvl5pPr>
            <a:lvl6pPr>
              <a:defRPr sz="975" b="0">
                <a:solidFill>
                  <a:srgbClr val="CFE5DF"/>
                </a:solidFill>
                <a:latin typeface="Arial"/>
                <a:ea typeface="Arial"/>
                <a:cs typeface="Arial"/>
              </a:defRPr>
            </a:lvl6pPr>
            <a:lvl7pPr>
              <a:defRPr sz="975" b="0">
                <a:solidFill>
                  <a:srgbClr val="CFE5DF"/>
                </a:solidFill>
                <a:latin typeface="Arial"/>
                <a:ea typeface="Arial"/>
                <a:cs typeface="Arial"/>
              </a:defRPr>
            </a:lvl7pPr>
            <a:lvl8pPr>
              <a:defRPr sz="975" b="0">
                <a:solidFill>
                  <a:srgbClr val="CFE5DF"/>
                </a:solidFill>
                <a:latin typeface="Arial"/>
                <a:ea typeface="Arial"/>
                <a:cs typeface="Arial"/>
              </a:defRPr>
            </a:lvl8pPr>
            <a:lvl9pPr>
              <a:defRPr sz="975" b="0">
                <a:solidFill>
                  <a:srgbClr val="CFE5DF"/>
                </a:solidFill>
                <a:latin typeface="Arial"/>
                <a:ea typeface="Arial"/>
                <a:cs typeface="Arial"/>
              </a:defRPr>
            </a:lvl9pPr>
          </a:lstStyle>
          <a:p xmlns:a="http://schemas.openxmlformats.org/drawingml/2006/main">
            <a:pPr>
              <a:defRPr sz="975" b="0">
                <a:solidFill>
                  <a:srgbClr val="CFE5DF"/>
                </a:solidFill>
                <a:latin typeface="Arial"/>
                <a:ea typeface="Arial"/>
                <a:cs typeface="Arial"/>
              </a:defRPr>
            </a:pPr>
            <a:r>
              <a:rPr sz="975" b="0">
                <a:solidFill>
                  <a:srgbClr val="CFE5DF"/>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C73968CB-5924-4A7C-A3DA-ABB4A6C2A97A}"/>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CFE5DF"/>
                </a:solidFill>
                <a:latin typeface="Arial"/>
                <a:ea typeface="Arial"/>
                <a:cs typeface="Arial"/>
              </a:defRPr>
            </a:defPPr>
            <a:lvl1pPr>
              <a:defRPr sz="1500" b="1">
                <a:solidFill>
                  <a:srgbClr val="CFE5DF"/>
                </a:solidFill>
                <a:latin typeface="Arial"/>
                <a:ea typeface="Arial"/>
                <a:cs typeface="Arial"/>
              </a:defRPr>
            </a:lvl1pPr>
            <a:lvl2pPr>
              <a:defRPr sz="1500" b="1">
                <a:solidFill>
                  <a:srgbClr val="CFE5DF"/>
                </a:solidFill>
                <a:latin typeface="Arial"/>
                <a:ea typeface="Arial"/>
                <a:cs typeface="Arial"/>
              </a:defRPr>
            </a:lvl2pPr>
            <a:lvl3pPr>
              <a:defRPr sz="1500" b="1">
                <a:solidFill>
                  <a:srgbClr val="CFE5DF"/>
                </a:solidFill>
                <a:latin typeface="Arial"/>
                <a:ea typeface="Arial"/>
                <a:cs typeface="Arial"/>
              </a:defRPr>
            </a:lvl3pPr>
            <a:lvl4pPr>
              <a:defRPr sz="1500" b="1">
                <a:solidFill>
                  <a:srgbClr val="CFE5DF"/>
                </a:solidFill>
                <a:latin typeface="Arial"/>
                <a:ea typeface="Arial"/>
                <a:cs typeface="Arial"/>
              </a:defRPr>
            </a:lvl4pPr>
            <a:lvl5pPr>
              <a:defRPr sz="1500" b="1">
                <a:solidFill>
                  <a:srgbClr val="CFE5DF"/>
                </a:solidFill>
                <a:latin typeface="Arial"/>
                <a:ea typeface="Arial"/>
                <a:cs typeface="Arial"/>
              </a:defRPr>
            </a:lvl5pPr>
            <a:lvl6pPr>
              <a:defRPr sz="1500" b="1">
                <a:solidFill>
                  <a:srgbClr val="CFE5DF"/>
                </a:solidFill>
                <a:latin typeface="Arial"/>
                <a:ea typeface="Arial"/>
                <a:cs typeface="Arial"/>
              </a:defRPr>
            </a:lvl6pPr>
            <a:lvl7pPr>
              <a:defRPr sz="1500" b="1">
                <a:solidFill>
                  <a:srgbClr val="CFE5DF"/>
                </a:solidFill>
                <a:latin typeface="Arial"/>
                <a:ea typeface="Arial"/>
                <a:cs typeface="Arial"/>
              </a:defRPr>
            </a:lvl7pPr>
            <a:lvl8pPr>
              <a:defRPr sz="1500" b="1">
                <a:solidFill>
                  <a:srgbClr val="CFE5DF"/>
                </a:solidFill>
                <a:latin typeface="Arial"/>
                <a:ea typeface="Arial"/>
                <a:cs typeface="Arial"/>
              </a:defRPr>
            </a:lvl8pPr>
            <a:lvl9pPr>
              <a:defRPr sz="1500" b="1">
                <a:solidFill>
                  <a:srgbClr val="CFE5DF"/>
                </a:solidFill>
                <a:latin typeface="Arial"/>
                <a:ea typeface="Arial"/>
                <a:cs typeface="Arial"/>
              </a:defRPr>
            </a:lvl9pPr>
          </a:lstStyle>
          <a:p xmlns:a="http://schemas.openxmlformats.org/drawingml/2006/main">
            <a:pPr>
              <a:defRPr sz="1500" b="1">
                <a:solidFill>
                  <a:srgbClr val="CFE5DF"/>
                </a:solidFill>
                <a:latin typeface="Arial"/>
                <a:ea typeface="Arial"/>
                <a:cs typeface="Arial"/>
              </a:defRPr>
            </a:pPr>
            <a:r>
              <a:rPr sz="1500" b="1">
                <a:solidFill>
                  <a:srgbClr val="CFE5D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530A712-7A12-4193-82AE-6EDB113E4D94}"/>
              </a:ext>
            </a:extLst>
          </p:cNvPr>
          <p:cNvSpPr>
            <a:spLocks xmlns:a="http://schemas.openxmlformats.org/drawingml/2006/main" noGrp="1"/>
          </p:cNvSpPr>
          <p:nvPr/>
        </p:nvSpPr>
        <p:spPr>
          <a:xfrm xmlns:a="http://schemas.openxmlformats.org/drawingml/2006/main">
            <a:off x="609600" y="2343150"/>
            <a:ext cx="103822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vl1pPr>
              <a:defRPr sz="4275" b="1">
                <a:solidFill>
                  <a:srgbClr val="FFFFFF"/>
                </a:solidFill>
                <a:latin typeface="Arial"/>
                <a:ea typeface="Arial"/>
                <a:cs typeface="Arial"/>
              </a:defRPr>
            </a:lvl1pPr>
            <a:lvl2pPr>
              <a:defRPr sz="4275" b="1">
                <a:solidFill>
                  <a:srgbClr val="FFFFFF"/>
                </a:solidFill>
                <a:latin typeface="Arial"/>
                <a:ea typeface="Arial"/>
                <a:cs typeface="Arial"/>
              </a:defRPr>
            </a:lvl2pPr>
            <a:lvl3pPr>
              <a:defRPr sz="4275" b="1">
                <a:solidFill>
                  <a:srgbClr val="FFFFFF"/>
                </a:solidFill>
                <a:latin typeface="Arial"/>
                <a:ea typeface="Arial"/>
                <a:cs typeface="Arial"/>
              </a:defRPr>
            </a:lvl3pPr>
            <a:lvl4pPr>
              <a:defRPr sz="4275" b="1">
                <a:solidFill>
                  <a:srgbClr val="FFFFFF"/>
                </a:solidFill>
                <a:latin typeface="Arial"/>
                <a:ea typeface="Arial"/>
                <a:cs typeface="Arial"/>
              </a:defRPr>
            </a:lvl4pPr>
            <a:lvl5pPr>
              <a:defRPr sz="4275" b="1">
                <a:solidFill>
                  <a:srgbClr val="FFFFFF"/>
                </a:solidFill>
                <a:latin typeface="Arial"/>
                <a:ea typeface="Arial"/>
                <a:cs typeface="Arial"/>
              </a:defRPr>
            </a:lvl5pPr>
            <a:lvl6pPr>
              <a:defRPr sz="4275" b="1">
                <a:solidFill>
                  <a:srgbClr val="FFFFFF"/>
                </a:solidFill>
                <a:latin typeface="Arial"/>
                <a:ea typeface="Arial"/>
                <a:cs typeface="Arial"/>
              </a:defRPr>
            </a:lvl6pPr>
            <a:lvl7pPr>
              <a:defRPr sz="4275" b="1">
                <a:solidFill>
                  <a:srgbClr val="FFFFFF"/>
                </a:solidFill>
                <a:latin typeface="Arial"/>
                <a:ea typeface="Arial"/>
                <a:cs typeface="Arial"/>
              </a:defRPr>
            </a:lvl7pPr>
            <a:lvl8pPr>
              <a:defRPr sz="4275" b="1">
                <a:solidFill>
                  <a:srgbClr val="FFFFFF"/>
                </a:solidFill>
                <a:latin typeface="Arial"/>
                <a:ea typeface="Arial"/>
                <a:cs typeface="Arial"/>
              </a:defRPr>
            </a:lvl8pPr>
            <a:lvl9pPr>
              <a:defRPr sz="4275" b="1">
                <a:solidFill>
                  <a:srgbClr val="FFFFFF"/>
                </a:solidFill>
                <a:latin typeface="Arial"/>
                <a:ea typeface="Arial"/>
                <a:cs typeface="Arial"/>
              </a:defRPr>
            </a:lvl9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Ask naturally.</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Check the source.</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Continue with staff.</a:t>
            </a:r>
          </a:p>
        </p:txBody>
      </p:sp>
      <p:sp>
        <p:nvSpPr>
          <p:cNvPr id="6" name="">
            <a:extLst xmlns:a="http://schemas.openxmlformats.org/drawingml/2006/main">
              <a:ext uri="{FF2B5EF4-FFF2-40B4-BE49-F238E27FC236}">
                <a16:creationId xmlns:a16="http://schemas.microsoft.com/office/drawing/2014/main" id="{1ADED3C8-4D06-46EE-B513-9D630E40A845}"/>
              </a:ext>
            </a:extLst>
          </p:cNvPr>
          <p:cNvSpPr>
            <a:spLocks xmlns:a="http://schemas.openxmlformats.org/drawingml/2006/main" noGrp="1"/>
          </p:cNvSpPr>
          <p:nvPr/>
        </p:nvSpPr>
        <p:spPr>
          <a:xfrm xmlns:a="http://schemas.openxmlformats.org/drawingml/2006/main">
            <a:off x="666750" y="54006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FE5DF"/>
                </a:solidFill>
                <a:latin typeface="Arial"/>
                <a:ea typeface="Arial"/>
                <a:cs typeface="Arial"/>
              </a:defRPr>
            </a:defPPr>
            <a:lvl1pPr>
              <a:defRPr sz="2100" b="0">
                <a:solidFill>
                  <a:srgbClr val="CFE5DF"/>
                </a:solidFill>
                <a:latin typeface="Arial"/>
                <a:ea typeface="Arial"/>
                <a:cs typeface="Arial"/>
              </a:defRPr>
            </a:lvl1pPr>
            <a:lvl2pPr>
              <a:defRPr sz="2100" b="0">
                <a:solidFill>
                  <a:srgbClr val="CFE5DF"/>
                </a:solidFill>
                <a:latin typeface="Arial"/>
                <a:ea typeface="Arial"/>
                <a:cs typeface="Arial"/>
              </a:defRPr>
            </a:lvl2pPr>
            <a:lvl3pPr>
              <a:defRPr sz="2100" b="0">
                <a:solidFill>
                  <a:srgbClr val="CFE5DF"/>
                </a:solidFill>
                <a:latin typeface="Arial"/>
                <a:ea typeface="Arial"/>
                <a:cs typeface="Arial"/>
              </a:defRPr>
            </a:lvl3pPr>
            <a:lvl4pPr>
              <a:defRPr sz="2100" b="0">
                <a:solidFill>
                  <a:srgbClr val="CFE5DF"/>
                </a:solidFill>
                <a:latin typeface="Arial"/>
                <a:ea typeface="Arial"/>
                <a:cs typeface="Arial"/>
              </a:defRPr>
            </a:lvl4pPr>
            <a:lvl5pPr>
              <a:defRPr sz="2100" b="0">
                <a:solidFill>
                  <a:srgbClr val="CFE5DF"/>
                </a:solidFill>
                <a:latin typeface="Arial"/>
                <a:ea typeface="Arial"/>
                <a:cs typeface="Arial"/>
              </a:defRPr>
            </a:lvl5pPr>
            <a:lvl6pPr>
              <a:defRPr sz="2100" b="0">
                <a:solidFill>
                  <a:srgbClr val="CFE5DF"/>
                </a:solidFill>
                <a:latin typeface="Arial"/>
                <a:ea typeface="Arial"/>
                <a:cs typeface="Arial"/>
              </a:defRPr>
            </a:lvl6pPr>
            <a:lvl7pPr>
              <a:defRPr sz="2100" b="0">
                <a:solidFill>
                  <a:srgbClr val="CFE5DF"/>
                </a:solidFill>
                <a:latin typeface="Arial"/>
                <a:ea typeface="Arial"/>
                <a:cs typeface="Arial"/>
              </a:defRPr>
            </a:lvl7pPr>
            <a:lvl8pPr>
              <a:defRPr sz="2100" b="0">
                <a:solidFill>
                  <a:srgbClr val="CFE5DF"/>
                </a:solidFill>
                <a:latin typeface="Arial"/>
                <a:ea typeface="Arial"/>
                <a:cs typeface="Arial"/>
              </a:defRPr>
            </a:lvl8pPr>
            <a:lvl9pPr>
              <a:defRPr sz="2100" b="0">
                <a:solidFill>
                  <a:srgbClr val="CFE5DF"/>
                </a:solidFill>
                <a:latin typeface="Arial"/>
                <a:ea typeface="Arial"/>
                <a:cs typeface="Arial"/>
              </a:defRPr>
            </a:lvl9pPr>
          </a:lstStyle>
          <a:p xmlns:a="http://schemas.openxmlformats.org/drawingml/2006/main">
            <a:pPr>
              <a:defRPr sz="2100" b="0">
                <a:solidFill>
                  <a:srgbClr val="CFE5DF"/>
                </a:solidFill>
                <a:latin typeface="Arial"/>
                <a:ea typeface="Arial"/>
                <a:cs typeface="Arial"/>
              </a:defRPr>
            </a:pPr>
            <a:r>
              <a:rPr sz="2100" b="0">
                <a:solidFill>
                  <a:srgbClr val="CFE5DF"/>
                </a:solidFill>
                <a:latin typeface="Arial"/>
                <a:ea typeface="Arial"/>
                <a:cs typeface="Arial"/>
              </a:rPr>
              <a:t>The student confirms before a conversation goes to staff.</a:t>
            </a:r>
          </a:p>
        </p:txBody>
      </p:sp>
    </p:spTree>
    <p:extLst>
      <p:ext uri="{BB962C8B-B14F-4D97-AF65-F5344CB8AC3E}">
        <p14:creationId xmlns:p14="http://schemas.microsoft.com/office/powerpoint/2010/main" val="506811488"/>
      </p:ext>
    </p:extLst>
  </p:cSld>
</p:sld>
</file>

<file path=ppt/slides/slide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BB2AB9A-4291-4894-8232-1CB361CE2EBF}"/>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76B64"/>
                </a:solidFill>
                <a:latin typeface="Arial"/>
                <a:ea typeface="Arial"/>
                <a:cs typeface="Arial"/>
              </a:defRPr>
            </a:defPPr>
            <a:lvl1pPr>
              <a:defRPr sz="1350" b="1">
                <a:solidFill>
                  <a:srgbClr val="176B64"/>
                </a:solidFill>
                <a:latin typeface="Arial"/>
                <a:ea typeface="Arial"/>
                <a:cs typeface="Arial"/>
              </a:defRPr>
            </a:lvl1pPr>
            <a:lvl2pPr>
              <a:defRPr sz="1350" b="1">
                <a:solidFill>
                  <a:srgbClr val="176B64"/>
                </a:solidFill>
                <a:latin typeface="Arial"/>
                <a:ea typeface="Arial"/>
                <a:cs typeface="Arial"/>
              </a:defRPr>
            </a:lvl2pPr>
            <a:lvl3pPr>
              <a:defRPr sz="1350" b="1">
                <a:solidFill>
                  <a:srgbClr val="176B64"/>
                </a:solidFill>
                <a:latin typeface="Arial"/>
                <a:ea typeface="Arial"/>
                <a:cs typeface="Arial"/>
              </a:defRPr>
            </a:lvl3pPr>
            <a:lvl4pPr>
              <a:defRPr sz="1350" b="1">
                <a:solidFill>
                  <a:srgbClr val="176B64"/>
                </a:solidFill>
                <a:latin typeface="Arial"/>
                <a:ea typeface="Arial"/>
                <a:cs typeface="Arial"/>
              </a:defRPr>
            </a:lvl4pPr>
            <a:lvl5pPr>
              <a:defRPr sz="1350" b="1">
                <a:solidFill>
                  <a:srgbClr val="176B64"/>
                </a:solidFill>
                <a:latin typeface="Arial"/>
                <a:ea typeface="Arial"/>
                <a:cs typeface="Arial"/>
              </a:defRPr>
            </a:lvl5pPr>
            <a:lvl6pPr>
              <a:defRPr sz="1350" b="1">
                <a:solidFill>
                  <a:srgbClr val="176B64"/>
                </a:solidFill>
                <a:latin typeface="Arial"/>
                <a:ea typeface="Arial"/>
                <a:cs typeface="Arial"/>
              </a:defRPr>
            </a:lvl6pPr>
            <a:lvl7pPr>
              <a:defRPr sz="1350" b="1">
                <a:solidFill>
                  <a:srgbClr val="176B64"/>
                </a:solidFill>
                <a:latin typeface="Arial"/>
                <a:ea typeface="Arial"/>
                <a:cs typeface="Arial"/>
              </a:defRPr>
            </a:lvl7pPr>
            <a:lvl8pPr>
              <a:defRPr sz="1350" b="1">
                <a:solidFill>
                  <a:srgbClr val="176B64"/>
                </a:solidFill>
                <a:latin typeface="Arial"/>
                <a:ea typeface="Arial"/>
                <a:cs typeface="Arial"/>
              </a:defRPr>
            </a:lvl8pPr>
            <a:lvl9pPr>
              <a:defRPr sz="1350" b="1">
                <a:solidFill>
                  <a:srgbClr val="176B64"/>
                </a:solidFill>
                <a:latin typeface="Arial"/>
                <a:ea typeface="Arial"/>
                <a:cs typeface="Arial"/>
              </a:defRPr>
            </a:lvl9pPr>
          </a:lstStyle>
          <a:p xmlns:a="http://schemas.openxmlformats.org/drawingml/2006/main">
            <a:pPr>
              <a:defRPr sz="1350" b="1">
                <a:solidFill>
                  <a:srgbClr val="176B64"/>
                </a:solidFill>
                <a:latin typeface="Arial"/>
                <a:ea typeface="Arial"/>
                <a:cs typeface="Arial"/>
              </a:defRPr>
            </a:pPr>
            <a:r>
              <a:rPr sz="1350" b="1">
                <a:solidFill>
                  <a:srgbClr val="176B64"/>
                </a:solidFill>
                <a:latin typeface="Arial"/>
                <a:ea typeface="Arial"/>
                <a:cs typeface="Arial"/>
              </a:rPr>
              <a:t>03  HOW IT WORKS</a:t>
            </a:r>
          </a:p>
        </p:txBody>
      </p:sp>
      <p:sp>
        <p:nvSpPr>
          <p:cNvPr id="2" name="">
            <a:extLst xmlns:a="http://schemas.openxmlformats.org/drawingml/2006/main">
              <a:ext uri="{FF2B5EF4-FFF2-40B4-BE49-F238E27FC236}">
                <a16:creationId xmlns:a16="http://schemas.microsoft.com/office/drawing/2014/main" id="{BB47328D-156C-49B4-881C-0ED1967994DF}"/>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42B35"/>
                </a:solidFill>
                <a:latin typeface="Arial"/>
                <a:ea typeface="Arial"/>
                <a:cs typeface="Arial"/>
              </a:defRPr>
            </a:defPPr>
            <a:lvl1pPr>
              <a:defRPr sz="3675" b="1">
                <a:solidFill>
                  <a:srgbClr val="142B35"/>
                </a:solidFill>
                <a:latin typeface="Arial"/>
                <a:ea typeface="Arial"/>
                <a:cs typeface="Arial"/>
              </a:defRPr>
            </a:lvl1pPr>
            <a:lvl2pPr>
              <a:defRPr sz="3675" b="1">
                <a:solidFill>
                  <a:srgbClr val="142B35"/>
                </a:solidFill>
                <a:latin typeface="Arial"/>
                <a:ea typeface="Arial"/>
                <a:cs typeface="Arial"/>
              </a:defRPr>
            </a:lvl2pPr>
            <a:lvl3pPr>
              <a:defRPr sz="3675" b="1">
                <a:solidFill>
                  <a:srgbClr val="142B35"/>
                </a:solidFill>
                <a:latin typeface="Arial"/>
                <a:ea typeface="Arial"/>
                <a:cs typeface="Arial"/>
              </a:defRPr>
            </a:lvl3pPr>
            <a:lvl4pPr>
              <a:defRPr sz="3675" b="1">
                <a:solidFill>
                  <a:srgbClr val="142B35"/>
                </a:solidFill>
                <a:latin typeface="Arial"/>
                <a:ea typeface="Arial"/>
                <a:cs typeface="Arial"/>
              </a:defRPr>
            </a:lvl4pPr>
            <a:lvl5pPr>
              <a:defRPr sz="3675" b="1">
                <a:solidFill>
                  <a:srgbClr val="142B35"/>
                </a:solidFill>
                <a:latin typeface="Arial"/>
                <a:ea typeface="Arial"/>
                <a:cs typeface="Arial"/>
              </a:defRPr>
            </a:lvl5pPr>
            <a:lvl6pPr>
              <a:defRPr sz="3675" b="1">
                <a:solidFill>
                  <a:srgbClr val="142B35"/>
                </a:solidFill>
                <a:latin typeface="Arial"/>
                <a:ea typeface="Arial"/>
                <a:cs typeface="Arial"/>
              </a:defRPr>
            </a:lvl6pPr>
            <a:lvl7pPr>
              <a:defRPr sz="3675" b="1">
                <a:solidFill>
                  <a:srgbClr val="142B35"/>
                </a:solidFill>
                <a:latin typeface="Arial"/>
                <a:ea typeface="Arial"/>
                <a:cs typeface="Arial"/>
              </a:defRPr>
            </a:lvl7pPr>
            <a:lvl8pPr>
              <a:defRPr sz="3675" b="1">
                <a:solidFill>
                  <a:srgbClr val="142B35"/>
                </a:solidFill>
                <a:latin typeface="Arial"/>
                <a:ea typeface="Arial"/>
                <a:cs typeface="Arial"/>
              </a:defRPr>
            </a:lvl8pPr>
            <a:lvl9pPr>
              <a:defRPr sz="3675" b="1">
                <a:solidFill>
                  <a:srgbClr val="142B35"/>
                </a:solidFill>
                <a:latin typeface="Arial"/>
                <a:ea typeface="Arial"/>
                <a:cs typeface="Arial"/>
              </a:defRPr>
            </a:lvl9pPr>
          </a:lstStyle>
          <a:p xmlns:a="http://schemas.openxmlformats.org/drawingml/2006/main">
            <a:pPr>
              <a:defRPr sz="3675" b="1">
                <a:solidFill>
                  <a:srgbClr val="142B35"/>
                </a:solidFill>
                <a:latin typeface="Arial"/>
                <a:ea typeface="Arial"/>
                <a:cs typeface="Arial"/>
              </a:defRPr>
            </a:pPr>
            <a:r>
              <a:rPr sz="3675" b="1">
                <a:solidFill>
                  <a:srgbClr val="142B35"/>
                </a:solidFill>
                <a:latin typeface="Arial"/>
                <a:ea typeface="Arial"/>
                <a:cs typeface="Arial"/>
              </a:rPr>
              <a:t>The student-to-staff journey</a:t>
            </a:r>
          </a:p>
        </p:txBody>
      </p:sp>
      <p:sp>
        <p:nvSpPr>
          <p:cNvPr id="3" name="">
            <a:extLst xmlns:a="http://schemas.openxmlformats.org/drawingml/2006/main">
              <a:ext uri="{FF2B5EF4-FFF2-40B4-BE49-F238E27FC236}">
                <a16:creationId xmlns:a16="http://schemas.microsoft.com/office/drawing/2014/main" id="{E6D926FD-D747-4E4E-B280-D48B45873C37}"/>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D72"/>
                </a:solidFill>
                <a:latin typeface="Arial"/>
                <a:ea typeface="Arial"/>
                <a:cs typeface="Arial"/>
              </a:defRPr>
            </a:defPPr>
            <a:lvl1pPr>
              <a:defRPr sz="975" b="0">
                <a:solidFill>
                  <a:srgbClr val="5F6D72"/>
                </a:solidFill>
                <a:latin typeface="Arial"/>
                <a:ea typeface="Arial"/>
                <a:cs typeface="Arial"/>
              </a:defRPr>
            </a:lvl1pPr>
            <a:lvl2pPr>
              <a:defRPr sz="975" b="0">
                <a:solidFill>
                  <a:srgbClr val="5F6D72"/>
                </a:solidFill>
                <a:latin typeface="Arial"/>
                <a:ea typeface="Arial"/>
                <a:cs typeface="Arial"/>
              </a:defRPr>
            </a:lvl2pPr>
            <a:lvl3pPr>
              <a:defRPr sz="975" b="0">
                <a:solidFill>
                  <a:srgbClr val="5F6D72"/>
                </a:solidFill>
                <a:latin typeface="Arial"/>
                <a:ea typeface="Arial"/>
                <a:cs typeface="Arial"/>
              </a:defRPr>
            </a:lvl3pPr>
            <a:lvl4pPr>
              <a:defRPr sz="975" b="0">
                <a:solidFill>
                  <a:srgbClr val="5F6D72"/>
                </a:solidFill>
                <a:latin typeface="Arial"/>
                <a:ea typeface="Arial"/>
                <a:cs typeface="Arial"/>
              </a:defRPr>
            </a:lvl4pPr>
            <a:lvl5pPr>
              <a:defRPr sz="975" b="0">
                <a:solidFill>
                  <a:srgbClr val="5F6D72"/>
                </a:solidFill>
                <a:latin typeface="Arial"/>
                <a:ea typeface="Arial"/>
                <a:cs typeface="Arial"/>
              </a:defRPr>
            </a:lvl5pPr>
            <a:lvl6pPr>
              <a:defRPr sz="975" b="0">
                <a:solidFill>
                  <a:srgbClr val="5F6D72"/>
                </a:solidFill>
                <a:latin typeface="Arial"/>
                <a:ea typeface="Arial"/>
                <a:cs typeface="Arial"/>
              </a:defRPr>
            </a:lvl6pPr>
            <a:lvl7pPr>
              <a:defRPr sz="975" b="0">
                <a:solidFill>
                  <a:srgbClr val="5F6D72"/>
                </a:solidFill>
                <a:latin typeface="Arial"/>
                <a:ea typeface="Arial"/>
                <a:cs typeface="Arial"/>
              </a:defRPr>
            </a:lvl7pPr>
            <a:lvl8pPr>
              <a:defRPr sz="975" b="0">
                <a:solidFill>
                  <a:srgbClr val="5F6D72"/>
                </a:solidFill>
                <a:latin typeface="Arial"/>
                <a:ea typeface="Arial"/>
                <a:cs typeface="Arial"/>
              </a:defRPr>
            </a:lvl8pPr>
            <a:lvl9pPr>
              <a:defRPr sz="975" b="0">
                <a:solidFill>
                  <a:srgbClr val="5F6D72"/>
                </a:solidFill>
                <a:latin typeface="Arial"/>
                <a:ea typeface="Arial"/>
                <a:cs typeface="Arial"/>
              </a:defRPr>
            </a:lvl9pPr>
          </a:lstStyle>
          <a:p xmlns:a="http://schemas.openxmlformats.org/drawingml/2006/main">
            <a:pPr>
              <a:defRPr sz="975" b="0">
                <a:solidFill>
                  <a:srgbClr val="5F6D72"/>
                </a:solidFill>
                <a:latin typeface="Arial"/>
                <a:ea typeface="Arial"/>
                <a:cs typeface="Arial"/>
              </a:defRPr>
            </a:pPr>
            <a:r>
              <a:rPr sz="975" b="0">
                <a:solidFill>
                  <a:srgbClr val="5F6D72"/>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95C92C70-9EAE-492F-863C-B6760D96C862}"/>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B64"/>
                </a:solidFill>
                <a:latin typeface="Arial"/>
                <a:ea typeface="Arial"/>
                <a:cs typeface="Arial"/>
              </a:defRPr>
            </a:defPPr>
            <a:lvl1pPr>
              <a:defRPr sz="1500" b="1">
                <a:solidFill>
                  <a:srgbClr val="176B64"/>
                </a:solidFill>
                <a:latin typeface="Arial"/>
                <a:ea typeface="Arial"/>
                <a:cs typeface="Arial"/>
              </a:defRPr>
            </a:lvl1pPr>
            <a:lvl2pPr>
              <a:defRPr sz="1500" b="1">
                <a:solidFill>
                  <a:srgbClr val="176B64"/>
                </a:solidFill>
                <a:latin typeface="Arial"/>
                <a:ea typeface="Arial"/>
                <a:cs typeface="Arial"/>
              </a:defRPr>
            </a:lvl2pPr>
            <a:lvl3pPr>
              <a:defRPr sz="1500" b="1">
                <a:solidFill>
                  <a:srgbClr val="176B64"/>
                </a:solidFill>
                <a:latin typeface="Arial"/>
                <a:ea typeface="Arial"/>
                <a:cs typeface="Arial"/>
              </a:defRPr>
            </a:lvl3pPr>
            <a:lvl4pPr>
              <a:defRPr sz="1500" b="1">
                <a:solidFill>
                  <a:srgbClr val="176B64"/>
                </a:solidFill>
                <a:latin typeface="Arial"/>
                <a:ea typeface="Arial"/>
                <a:cs typeface="Arial"/>
              </a:defRPr>
            </a:lvl4pPr>
            <a:lvl5pPr>
              <a:defRPr sz="1500" b="1">
                <a:solidFill>
                  <a:srgbClr val="176B64"/>
                </a:solidFill>
                <a:latin typeface="Arial"/>
                <a:ea typeface="Arial"/>
                <a:cs typeface="Arial"/>
              </a:defRPr>
            </a:lvl5pPr>
            <a:lvl6pPr>
              <a:defRPr sz="1500" b="1">
                <a:solidFill>
                  <a:srgbClr val="176B64"/>
                </a:solidFill>
                <a:latin typeface="Arial"/>
                <a:ea typeface="Arial"/>
                <a:cs typeface="Arial"/>
              </a:defRPr>
            </a:lvl6pPr>
            <a:lvl7pPr>
              <a:defRPr sz="1500" b="1">
                <a:solidFill>
                  <a:srgbClr val="176B64"/>
                </a:solidFill>
                <a:latin typeface="Arial"/>
                <a:ea typeface="Arial"/>
                <a:cs typeface="Arial"/>
              </a:defRPr>
            </a:lvl7pPr>
            <a:lvl8pPr>
              <a:defRPr sz="1500" b="1">
                <a:solidFill>
                  <a:srgbClr val="176B64"/>
                </a:solidFill>
                <a:latin typeface="Arial"/>
                <a:ea typeface="Arial"/>
                <a:cs typeface="Arial"/>
              </a:defRPr>
            </a:lvl8pPr>
            <a:lvl9pPr>
              <a:defRPr sz="1500" b="1">
                <a:solidFill>
                  <a:srgbClr val="176B64"/>
                </a:solidFill>
                <a:latin typeface="Arial"/>
                <a:ea typeface="Arial"/>
                <a:cs typeface="Arial"/>
              </a:defRPr>
            </a:lvl9pPr>
          </a:lstStyle>
          <a:p xmlns:a="http://schemas.openxmlformats.org/drawingml/2006/main">
            <a:pPr>
              <a:defRPr sz="1500" b="1">
                <a:solidFill>
                  <a:srgbClr val="176B64"/>
                </a:solidFill>
                <a:latin typeface="Arial"/>
                <a:ea typeface="Arial"/>
                <a:cs typeface="Arial"/>
              </a:defRPr>
            </a:pPr>
            <a:r>
              <a:rPr sz="1500" b="1">
                <a:solidFill>
                  <a:srgbClr val="176B6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893B559-08E0-4DAD-B5D6-F2730F751589}"/>
              </a:ext>
            </a:extLst>
          </p:cNvPr>
          <p:cNvSpPr>
            <a:spLocks xmlns:a="http://schemas.openxmlformats.org/drawingml/2006/main" noGrp="1"/>
          </p:cNvSpPr>
          <p:nvPr/>
        </p:nvSpPr>
        <p:spPr>
          <a:xfrm xmlns:a="http://schemas.openxmlformats.org/drawingml/2006/main">
            <a:off x="609600" y="230505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D622F"/>
                </a:solidFill>
                <a:latin typeface="Arial"/>
                <a:ea typeface="Arial"/>
                <a:cs typeface="Arial"/>
              </a:defRPr>
            </a:defPPr>
            <a:lvl1pPr>
              <a:defRPr sz="2250" b="1">
                <a:solidFill>
                  <a:srgbClr val="AD622F"/>
                </a:solidFill>
                <a:latin typeface="Arial"/>
                <a:ea typeface="Arial"/>
                <a:cs typeface="Arial"/>
              </a:defRPr>
            </a:lvl1pPr>
            <a:lvl2pPr>
              <a:defRPr sz="2250" b="1">
                <a:solidFill>
                  <a:srgbClr val="AD622F"/>
                </a:solidFill>
                <a:latin typeface="Arial"/>
                <a:ea typeface="Arial"/>
                <a:cs typeface="Arial"/>
              </a:defRPr>
            </a:lvl2pPr>
            <a:lvl3pPr>
              <a:defRPr sz="2250" b="1">
                <a:solidFill>
                  <a:srgbClr val="AD622F"/>
                </a:solidFill>
                <a:latin typeface="Arial"/>
                <a:ea typeface="Arial"/>
                <a:cs typeface="Arial"/>
              </a:defRPr>
            </a:lvl3pPr>
            <a:lvl4pPr>
              <a:defRPr sz="2250" b="1">
                <a:solidFill>
                  <a:srgbClr val="AD622F"/>
                </a:solidFill>
                <a:latin typeface="Arial"/>
                <a:ea typeface="Arial"/>
                <a:cs typeface="Arial"/>
              </a:defRPr>
            </a:lvl4pPr>
            <a:lvl5pPr>
              <a:defRPr sz="2250" b="1">
                <a:solidFill>
                  <a:srgbClr val="AD622F"/>
                </a:solidFill>
                <a:latin typeface="Arial"/>
                <a:ea typeface="Arial"/>
                <a:cs typeface="Arial"/>
              </a:defRPr>
            </a:lvl5pPr>
            <a:lvl6pPr>
              <a:defRPr sz="2250" b="1">
                <a:solidFill>
                  <a:srgbClr val="AD622F"/>
                </a:solidFill>
                <a:latin typeface="Arial"/>
                <a:ea typeface="Arial"/>
                <a:cs typeface="Arial"/>
              </a:defRPr>
            </a:lvl6pPr>
            <a:lvl7pPr>
              <a:defRPr sz="2250" b="1">
                <a:solidFill>
                  <a:srgbClr val="AD622F"/>
                </a:solidFill>
                <a:latin typeface="Arial"/>
                <a:ea typeface="Arial"/>
                <a:cs typeface="Arial"/>
              </a:defRPr>
            </a:lvl7pPr>
            <a:lvl8pPr>
              <a:defRPr sz="2250" b="1">
                <a:solidFill>
                  <a:srgbClr val="AD622F"/>
                </a:solidFill>
                <a:latin typeface="Arial"/>
                <a:ea typeface="Arial"/>
                <a:cs typeface="Arial"/>
              </a:defRPr>
            </a:lvl8pPr>
            <a:lvl9pPr>
              <a:defRPr sz="2250" b="1">
                <a:solidFill>
                  <a:srgbClr val="AD622F"/>
                </a:solidFill>
                <a:latin typeface="Arial"/>
                <a:ea typeface="Arial"/>
                <a:cs typeface="Arial"/>
              </a:defRPr>
            </a:lvl9pPr>
          </a:lstStyle>
          <a:p xmlns:a="http://schemas.openxmlformats.org/drawingml/2006/main">
            <a:pPr>
              <a:defRPr sz="2250" b="1">
                <a:solidFill>
                  <a:srgbClr val="AD622F"/>
                </a:solidFill>
                <a:latin typeface="Arial"/>
                <a:ea typeface="Arial"/>
                <a:cs typeface="Arial"/>
              </a:defRPr>
            </a:pPr>
            <a:r>
              <a:rPr sz="2250" b="1">
                <a:solidFill>
                  <a:srgbClr val="AD622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27F35C6-180D-44A6-97EE-3E6F92002410}"/>
              </a:ext>
            </a:extLst>
          </p:cNvPr>
          <p:cNvSpPr>
            <a:spLocks xmlns:a="http://schemas.openxmlformats.org/drawingml/2006/main" noGrp="1"/>
          </p:cNvSpPr>
          <p:nvPr/>
        </p:nvSpPr>
        <p:spPr>
          <a:xfrm xmlns:a="http://schemas.openxmlformats.org/drawingml/2006/main">
            <a:off x="1600200" y="23050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B35"/>
                </a:solidFill>
                <a:latin typeface="Arial"/>
                <a:ea typeface="Arial"/>
                <a:cs typeface="Arial"/>
              </a:defRPr>
            </a:defPPr>
            <a:lvl1pPr>
              <a:defRPr sz="2250" b="1">
                <a:solidFill>
                  <a:srgbClr val="142B35"/>
                </a:solidFill>
                <a:latin typeface="Arial"/>
                <a:ea typeface="Arial"/>
                <a:cs typeface="Arial"/>
              </a:defRPr>
            </a:lvl1pPr>
            <a:lvl2pPr>
              <a:defRPr sz="2250" b="1">
                <a:solidFill>
                  <a:srgbClr val="142B35"/>
                </a:solidFill>
                <a:latin typeface="Arial"/>
                <a:ea typeface="Arial"/>
                <a:cs typeface="Arial"/>
              </a:defRPr>
            </a:lvl2pPr>
            <a:lvl3pPr>
              <a:defRPr sz="2250" b="1">
                <a:solidFill>
                  <a:srgbClr val="142B35"/>
                </a:solidFill>
                <a:latin typeface="Arial"/>
                <a:ea typeface="Arial"/>
                <a:cs typeface="Arial"/>
              </a:defRPr>
            </a:lvl3pPr>
            <a:lvl4pPr>
              <a:defRPr sz="2250" b="1">
                <a:solidFill>
                  <a:srgbClr val="142B35"/>
                </a:solidFill>
                <a:latin typeface="Arial"/>
                <a:ea typeface="Arial"/>
                <a:cs typeface="Arial"/>
              </a:defRPr>
            </a:lvl4pPr>
            <a:lvl5pPr>
              <a:defRPr sz="2250" b="1">
                <a:solidFill>
                  <a:srgbClr val="142B35"/>
                </a:solidFill>
                <a:latin typeface="Arial"/>
                <a:ea typeface="Arial"/>
                <a:cs typeface="Arial"/>
              </a:defRPr>
            </a:lvl5pPr>
            <a:lvl6pPr>
              <a:defRPr sz="2250" b="1">
                <a:solidFill>
                  <a:srgbClr val="142B35"/>
                </a:solidFill>
                <a:latin typeface="Arial"/>
                <a:ea typeface="Arial"/>
                <a:cs typeface="Arial"/>
              </a:defRPr>
            </a:lvl6pPr>
            <a:lvl7pPr>
              <a:defRPr sz="2250" b="1">
                <a:solidFill>
                  <a:srgbClr val="142B35"/>
                </a:solidFill>
                <a:latin typeface="Arial"/>
                <a:ea typeface="Arial"/>
                <a:cs typeface="Arial"/>
              </a:defRPr>
            </a:lvl7pPr>
            <a:lvl8pPr>
              <a:defRPr sz="2250" b="1">
                <a:solidFill>
                  <a:srgbClr val="142B35"/>
                </a:solidFill>
                <a:latin typeface="Arial"/>
                <a:ea typeface="Arial"/>
                <a:cs typeface="Arial"/>
              </a:defRPr>
            </a:lvl8pPr>
            <a:lvl9pPr>
              <a:defRPr sz="2250" b="1">
                <a:solidFill>
                  <a:srgbClr val="142B35"/>
                </a:solidFill>
                <a:latin typeface="Arial"/>
                <a:ea typeface="Arial"/>
                <a:cs typeface="Arial"/>
              </a:defRPr>
            </a:lvl9pPr>
          </a:lstStyle>
          <a:p xmlns:a="http://schemas.openxmlformats.org/drawingml/2006/main">
            <a:pPr>
              <a:defRPr sz="2250" b="1">
                <a:solidFill>
                  <a:srgbClr val="142B35"/>
                </a:solidFill>
                <a:latin typeface="Arial"/>
                <a:ea typeface="Arial"/>
                <a:cs typeface="Arial"/>
              </a:defRPr>
            </a:pPr>
            <a:r>
              <a:rPr sz="2250" b="1">
                <a:solidFill>
                  <a:srgbClr val="142B35"/>
                </a:solidFill>
                <a:latin typeface="Arial"/>
                <a:ea typeface="Arial"/>
                <a:cs typeface="Arial"/>
              </a:rPr>
              <a:t>Ask</a:t>
            </a:r>
          </a:p>
        </p:txBody>
      </p:sp>
      <p:sp>
        <p:nvSpPr>
          <p:cNvPr id="7" name="">
            <a:extLst xmlns:a="http://schemas.openxmlformats.org/drawingml/2006/main">
              <a:ext uri="{FF2B5EF4-FFF2-40B4-BE49-F238E27FC236}">
                <a16:creationId xmlns:a16="http://schemas.microsoft.com/office/drawing/2014/main" id="{A34B5F18-3103-4C23-A818-584D9EA632CD}"/>
              </a:ext>
            </a:extLst>
          </p:cNvPr>
          <p:cNvSpPr>
            <a:spLocks xmlns:a="http://schemas.openxmlformats.org/drawingml/2006/main" noGrp="1"/>
          </p:cNvSpPr>
          <p:nvPr/>
        </p:nvSpPr>
        <p:spPr>
          <a:xfrm xmlns:a="http://schemas.openxmlformats.org/drawingml/2006/main">
            <a:off x="5095875" y="230505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F6D72"/>
                </a:solidFill>
                <a:latin typeface="Arial"/>
                <a:ea typeface="Arial"/>
                <a:cs typeface="Arial"/>
              </a:defRPr>
            </a:defPPr>
            <a:lvl1pPr>
              <a:defRPr sz="2100" b="0">
                <a:solidFill>
                  <a:srgbClr val="5F6D72"/>
                </a:solidFill>
                <a:latin typeface="Arial"/>
                <a:ea typeface="Arial"/>
                <a:cs typeface="Arial"/>
              </a:defRPr>
            </a:lvl1pPr>
            <a:lvl2pPr>
              <a:defRPr sz="2100" b="0">
                <a:solidFill>
                  <a:srgbClr val="5F6D72"/>
                </a:solidFill>
                <a:latin typeface="Arial"/>
                <a:ea typeface="Arial"/>
                <a:cs typeface="Arial"/>
              </a:defRPr>
            </a:lvl2pPr>
            <a:lvl3pPr>
              <a:defRPr sz="2100" b="0">
                <a:solidFill>
                  <a:srgbClr val="5F6D72"/>
                </a:solidFill>
                <a:latin typeface="Arial"/>
                <a:ea typeface="Arial"/>
                <a:cs typeface="Arial"/>
              </a:defRPr>
            </a:lvl3pPr>
            <a:lvl4pPr>
              <a:defRPr sz="2100" b="0">
                <a:solidFill>
                  <a:srgbClr val="5F6D72"/>
                </a:solidFill>
                <a:latin typeface="Arial"/>
                <a:ea typeface="Arial"/>
                <a:cs typeface="Arial"/>
              </a:defRPr>
            </a:lvl4pPr>
            <a:lvl5pPr>
              <a:defRPr sz="2100" b="0">
                <a:solidFill>
                  <a:srgbClr val="5F6D72"/>
                </a:solidFill>
                <a:latin typeface="Arial"/>
                <a:ea typeface="Arial"/>
                <a:cs typeface="Arial"/>
              </a:defRPr>
            </a:lvl5pPr>
            <a:lvl6pPr>
              <a:defRPr sz="2100" b="0">
                <a:solidFill>
                  <a:srgbClr val="5F6D72"/>
                </a:solidFill>
                <a:latin typeface="Arial"/>
                <a:ea typeface="Arial"/>
                <a:cs typeface="Arial"/>
              </a:defRPr>
            </a:lvl6pPr>
            <a:lvl7pPr>
              <a:defRPr sz="2100" b="0">
                <a:solidFill>
                  <a:srgbClr val="5F6D72"/>
                </a:solidFill>
                <a:latin typeface="Arial"/>
                <a:ea typeface="Arial"/>
                <a:cs typeface="Arial"/>
              </a:defRPr>
            </a:lvl7pPr>
            <a:lvl8pPr>
              <a:defRPr sz="2100" b="0">
                <a:solidFill>
                  <a:srgbClr val="5F6D72"/>
                </a:solidFill>
                <a:latin typeface="Arial"/>
                <a:ea typeface="Arial"/>
                <a:cs typeface="Arial"/>
              </a:defRPr>
            </a:lvl8pPr>
            <a:lvl9pPr>
              <a:defRPr sz="2100" b="0">
                <a:solidFill>
                  <a:srgbClr val="5F6D72"/>
                </a:solidFill>
                <a:latin typeface="Arial"/>
                <a:ea typeface="Arial"/>
                <a:cs typeface="Arial"/>
              </a:defRPr>
            </a:lvl9pPr>
          </a:lstStyle>
          <a:p xmlns:a="http://schemas.openxmlformats.org/drawingml/2006/main">
            <a:pPr>
              <a:defRPr sz="2100" b="0">
                <a:solidFill>
                  <a:srgbClr val="5F6D72"/>
                </a:solidFill>
                <a:latin typeface="Arial"/>
                <a:ea typeface="Arial"/>
                <a:cs typeface="Arial"/>
              </a:defRPr>
            </a:pPr>
            <a:r>
              <a:rPr sz="2100" b="0">
                <a:solidFill>
                  <a:srgbClr val="5F6D72"/>
                </a:solidFill>
                <a:latin typeface="Arial"/>
                <a:ea typeface="Arial"/>
                <a:cs typeface="Arial"/>
              </a:rPr>
              <a:t>Sign in and ask a campus question.</a:t>
            </a:r>
          </a:p>
        </p:txBody>
      </p:sp>
      <p:sp>
        <p:nvSpPr>
          <p:cNvPr id="8" name="">
            <a:extLst xmlns:a="http://schemas.openxmlformats.org/drawingml/2006/main">
              <a:ext uri="{FF2B5EF4-FFF2-40B4-BE49-F238E27FC236}">
                <a16:creationId xmlns:a16="http://schemas.microsoft.com/office/drawing/2014/main" id="{C7351EFA-D0CD-404D-9C67-4F0D3A449AD4}"/>
              </a:ext>
            </a:extLst>
          </p:cNvPr>
          <p:cNvSpPr>
            <a:spLocks xmlns:a="http://schemas.openxmlformats.org/drawingml/2006/main" noGrp="1"/>
          </p:cNvSpPr>
          <p:nvPr/>
        </p:nvSpPr>
        <p:spPr>
          <a:xfrm xmlns:a="http://schemas.openxmlformats.org/drawingml/2006/main">
            <a:off x="609600" y="323850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D622F"/>
                </a:solidFill>
                <a:latin typeface="Arial"/>
                <a:ea typeface="Arial"/>
                <a:cs typeface="Arial"/>
              </a:defRPr>
            </a:defPPr>
            <a:lvl1pPr>
              <a:defRPr sz="2250" b="1">
                <a:solidFill>
                  <a:srgbClr val="AD622F"/>
                </a:solidFill>
                <a:latin typeface="Arial"/>
                <a:ea typeface="Arial"/>
                <a:cs typeface="Arial"/>
              </a:defRPr>
            </a:lvl1pPr>
            <a:lvl2pPr>
              <a:defRPr sz="2250" b="1">
                <a:solidFill>
                  <a:srgbClr val="AD622F"/>
                </a:solidFill>
                <a:latin typeface="Arial"/>
                <a:ea typeface="Arial"/>
                <a:cs typeface="Arial"/>
              </a:defRPr>
            </a:lvl2pPr>
            <a:lvl3pPr>
              <a:defRPr sz="2250" b="1">
                <a:solidFill>
                  <a:srgbClr val="AD622F"/>
                </a:solidFill>
                <a:latin typeface="Arial"/>
                <a:ea typeface="Arial"/>
                <a:cs typeface="Arial"/>
              </a:defRPr>
            </a:lvl3pPr>
            <a:lvl4pPr>
              <a:defRPr sz="2250" b="1">
                <a:solidFill>
                  <a:srgbClr val="AD622F"/>
                </a:solidFill>
                <a:latin typeface="Arial"/>
                <a:ea typeface="Arial"/>
                <a:cs typeface="Arial"/>
              </a:defRPr>
            </a:lvl4pPr>
            <a:lvl5pPr>
              <a:defRPr sz="2250" b="1">
                <a:solidFill>
                  <a:srgbClr val="AD622F"/>
                </a:solidFill>
                <a:latin typeface="Arial"/>
                <a:ea typeface="Arial"/>
                <a:cs typeface="Arial"/>
              </a:defRPr>
            </a:lvl5pPr>
            <a:lvl6pPr>
              <a:defRPr sz="2250" b="1">
                <a:solidFill>
                  <a:srgbClr val="AD622F"/>
                </a:solidFill>
                <a:latin typeface="Arial"/>
                <a:ea typeface="Arial"/>
                <a:cs typeface="Arial"/>
              </a:defRPr>
            </a:lvl6pPr>
            <a:lvl7pPr>
              <a:defRPr sz="2250" b="1">
                <a:solidFill>
                  <a:srgbClr val="AD622F"/>
                </a:solidFill>
                <a:latin typeface="Arial"/>
                <a:ea typeface="Arial"/>
                <a:cs typeface="Arial"/>
              </a:defRPr>
            </a:lvl7pPr>
            <a:lvl8pPr>
              <a:defRPr sz="2250" b="1">
                <a:solidFill>
                  <a:srgbClr val="AD622F"/>
                </a:solidFill>
                <a:latin typeface="Arial"/>
                <a:ea typeface="Arial"/>
                <a:cs typeface="Arial"/>
              </a:defRPr>
            </a:lvl8pPr>
            <a:lvl9pPr>
              <a:defRPr sz="2250" b="1">
                <a:solidFill>
                  <a:srgbClr val="AD622F"/>
                </a:solidFill>
                <a:latin typeface="Arial"/>
                <a:ea typeface="Arial"/>
                <a:cs typeface="Arial"/>
              </a:defRPr>
            </a:lvl9pPr>
          </a:lstStyle>
          <a:p xmlns:a="http://schemas.openxmlformats.org/drawingml/2006/main">
            <a:pPr>
              <a:defRPr sz="2250" b="1">
                <a:solidFill>
                  <a:srgbClr val="AD622F"/>
                </a:solidFill>
                <a:latin typeface="Arial"/>
                <a:ea typeface="Arial"/>
                <a:cs typeface="Arial"/>
              </a:defRPr>
            </a:pPr>
            <a:r>
              <a:rPr sz="2250" b="1">
                <a:solidFill>
                  <a:srgbClr val="AD622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E7A4BE1-F5F3-40AE-B9CF-8B995A7388A9}"/>
              </a:ext>
            </a:extLst>
          </p:cNvPr>
          <p:cNvSpPr>
            <a:spLocks xmlns:a="http://schemas.openxmlformats.org/drawingml/2006/main" noGrp="1"/>
          </p:cNvSpPr>
          <p:nvPr/>
        </p:nvSpPr>
        <p:spPr>
          <a:xfrm xmlns:a="http://schemas.openxmlformats.org/drawingml/2006/main">
            <a:off x="1600200" y="32385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B35"/>
                </a:solidFill>
                <a:latin typeface="Arial"/>
                <a:ea typeface="Arial"/>
                <a:cs typeface="Arial"/>
              </a:defRPr>
            </a:defPPr>
            <a:lvl1pPr>
              <a:defRPr sz="2250" b="1">
                <a:solidFill>
                  <a:srgbClr val="142B35"/>
                </a:solidFill>
                <a:latin typeface="Arial"/>
                <a:ea typeface="Arial"/>
                <a:cs typeface="Arial"/>
              </a:defRPr>
            </a:lvl1pPr>
            <a:lvl2pPr>
              <a:defRPr sz="2250" b="1">
                <a:solidFill>
                  <a:srgbClr val="142B35"/>
                </a:solidFill>
                <a:latin typeface="Arial"/>
                <a:ea typeface="Arial"/>
                <a:cs typeface="Arial"/>
              </a:defRPr>
            </a:lvl2pPr>
            <a:lvl3pPr>
              <a:defRPr sz="2250" b="1">
                <a:solidFill>
                  <a:srgbClr val="142B35"/>
                </a:solidFill>
                <a:latin typeface="Arial"/>
                <a:ea typeface="Arial"/>
                <a:cs typeface="Arial"/>
              </a:defRPr>
            </a:lvl3pPr>
            <a:lvl4pPr>
              <a:defRPr sz="2250" b="1">
                <a:solidFill>
                  <a:srgbClr val="142B35"/>
                </a:solidFill>
                <a:latin typeface="Arial"/>
                <a:ea typeface="Arial"/>
                <a:cs typeface="Arial"/>
              </a:defRPr>
            </a:lvl4pPr>
            <a:lvl5pPr>
              <a:defRPr sz="2250" b="1">
                <a:solidFill>
                  <a:srgbClr val="142B35"/>
                </a:solidFill>
                <a:latin typeface="Arial"/>
                <a:ea typeface="Arial"/>
                <a:cs typeface="Arial"/>
              </a:defRPr>
            </a:lvl5pPr>
            <a:lvl6pPr>
              <a:defRPr sz="2250" b="1">
                <a:solidFill>
                  <a:srgbClr val="142B35"/>
                </a:solidFill>
                <a:latin typeface="Arial"/>
                <a:ea typeface="Arial"/>
                <a:cs typeface="Arial"/>
              </a:defRPr>
            </a:lvl6pPr>
            <a:lvl7pPr>
              <a:defRPr sz="2250" b="1">
                <a:solidFill>
                  <a:srgbClr val="142B35"/>
                </a:solidFill>
                <a:latin typeface="Arial"/>
                <a:ea typeface="Arial"/>
                <a:cs typeface="Arial"/>
              </a:defRPr>
            </a:lvl7pPr>
            <a:lvl8pPr>
              <a:defRPr sz="2250" b="1">
                <a:solidFill>
                  <a:srgbClr val="142B35"/>
                </a:solidFill>
                <a:latin typeface="Arial"/>
                <a:ea typeface="Arial"/>
                <a:cs typeface="Arial"/>
              </a:defRPr>
            </a:lvl8pPr>
            <a:lvl9pPr>
              <a:defRPr sz="2250" b="1">
                <a:solidFill>
                  <a:srgbClr val="142B35"/>
                </a:solidFill>
                <a:latin typeface="Arial"/>
                <a:ea typeface="Arial"/>
                <a:cs typeface="Arial"/>
              </a:defRPr>
            </a:lvl9pPr>
          </a:lstStyle>
          <a:p xmlns:a="http://schemas.openxmlformats.org/drawingml/2006/main">
            <a:pPr>
              <a:defRPr sz="2250" b="1">
                <a:solidFill>
                  <a:srgbClr val="142B35"/>
                </a:solidFill>
                <a:latin typeface="Arial"/>
                <a:ea typeface="Arial"/>
                <a:cs typeface="Arial"/>
              </a:defRPr>
            </a:pPr>
            <a:r>
              <a:rPr sz="2250" b="1">
                <a:solidFill>
                  <a:srgbClr val="142B35"/>
                </a:solidFill>
                <a:latin typeface="Arial"/>
                <a:ea typeface="Arial"/>
                <a:cs typeface="Arial"/>
              </a:rPr>
              <a:t>Get an AI answer</a:t>
            </a:r>
          </a:p>
        </p:txBody>
      </p:sp>
      <p:sp>
        <p:nvSpPr>
          <p:cNvPr id="10" name="">
            <a:extLst xmlns:a="http://schemas.openxmlformats.org/drawingml/2006/main">
              <a:ext uri="{FF2B5EF4-FFF2-40B4-BE49-F238E27FC236}">
                <a16:creationId xmlns:a16="http://schemas.microsoft.com/office/drawing/2014/main" id="{7A2E1DE6-F48F-4FA9-824D-288A993144C4}"/>
              </a:ext>
            </a:extLst>
          </p:cNvPr>
          <p:cNvSpPr>
            <a:spLocks xmlns:a="http://schemas.openxmlformats.org/drawingml/2006/main" noGrp="1"/>
          </p:cNvSpPr>
          <p:nvPr/>
        </p:nvSpPr>
        <p:spPr>
          <a:xfrm xmlns:a="http://schemas.openxmlformats.org/drawingml/2006/main">
            <a:off x="5095875" y="323850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F6D72"/>
                </a:solidFill>
                <a:latin typeface="Arial"/>
                <a:ea typeface="Arial"/>
                <a:cs typeface="Arial"/>
              </a:defRPr>
            </a:defPPr>
            <a:lvl1pPr>
              <a:defRPr sz="2100" b="0">
                <a:solidFill>
                  <a:srgbClr val="5F6D72"/>
                </a:solidFill>
                <a:latin typeface="Arial"/>
                <a:ea typeface="Arial"/>
                <a:cs typeface="Arial"/>
              </a:defRPr>
            </a:lvl1pPr>
            <a:lvl2pPr>
              <a:defRPr sz="2100" b="0">
                <a:solidFill>
                  <a:srgbClr val="5F6D72"/>
                </a:solidFill>
                <a:latin typeface="Arial"/>
                <a:ea typeface="Arial"/>
                <a:cs typeface="Arial"/>
              </a:defRPr>
            </a:lvl2pPr>
            <a:lvl3pPr>
              <a:defRPr sz="2100" b="0">
                <a:solidFill>
                  <a:srgbClr val="5F6D72"/>
                </a:solidFill>
                <a:latin typeface="Arial"/>
                <a:ea typeface="Arial"/>
                <a:cs typeface="Arial"/>
              </a:defRPr>
            </a:lvl3pPr>
            <a:lvl4pPr>
              <a:defRPr sz="2100" b="0">
                <a:solidFill>
                  <a:srgbClr val="5F6D72"/>
                </a:solidFill>
                <a:latin typeface="Arial"/>
                <a:ea typeface="Arial"/>
                <a:cs typeface="Arial"/>
              </a:defRPr>
            </a:lvl4pPr>
            <a:lvl5pPr>
              <a:defRPr sz="2100" b="0">
                <a:solidFill>
                  <a:srgbClr val="5F6D72"/>
                </a:solidFill>
                <a:latin typeface="Arial"/>
                <a:ea typeface="Arial"/>
                <a:cs typeface="Arial"/>
              </a:defRPr>
            </a:lvl5pPr>
            <a:lvl6pPr>
              <a:defRPr sz="2100" b="0">
                <a:solidFill>
                  <a:srgbClr val="5F6D72"/>
                </a:solidFill>
                <a:latin typeface="Arial"/>
                <a:ea typeface="Arial"/>
                <a:cs typeface="Arial"/>
              </a:defRPr>
            </a:lvl6pPr>
            <a:lvl7pPr>
              <a:defRPr sz="2100" b="0">
                <a:solidFill>
                  <a:srgbClr val="5F6D72"/>
                </a:solidFill>
                <a:latin typeface="Arial"/>
                <a:ea typeface="Arial"/>
                <a:cs typeface="Arial"/>
              </a:defRPr>
            </a:lvl7pPr>
            <a:lvl8pPr>
              <a:defRPr sz="2100" b="0">
                <a:solidFill>
                  <a:srgbClr val="5F6D72"/>
                </a:solidFill>
                <a:latin typeface="Arial"/>
                <a:ea typeface="Arial"/>
                <a:cs typeface="Arial"/>
              </a:defRPr>
            </a:lvl8pPr>
            <a:lvl9pPr>
              <a:defRPr sz="2100" b="0">
                <a:solidFill>
                  <a:srgbClr val="5F6D72"/>
                </a:solidFill>
                <a:latin typeface="Arial"/>
                <a:ea typeface="Arial"/>
                <a:cs typeface="Arial"/>
              </a:defRPr>
            </a:lvl9pPr>
          </a:lstStyle>
          <a:p xmlns:a="http://schemas.openxmlformats.org/drawingml/2006/main">
            <a:pPr>
              <a:defRPr sz="2100" b="0">
                <a:solidFill>
                  <a:srgbClr val="5F6D72"/>
                </a:solidFill>
                <a:latin typeface="Arial"/>
                <a:ea typeface="Arial"/>
                <a:cs typeface="Arial"/>
              </a:defRPr>
            </a:pPr>
            <a:r>
              <a:rPr sz="2100" b="0">
                <a:solidFill>
                  <a:srgbClr val="5F6D72"/>
                </a:solidFill>
                <a:latin typeface="Arial"/>
                <a:ea typeface="Arial"/>
                <a:cs typeface="Arial"/>
              </a:rPr>
              <a:t>Retrieve public sources and show citations.</a:t>
            </a:r>
          </a:p>
        </p:txBody>
      </p:sp>
      <p:sp>
        <p:nvSpPr>
          <p:cNvPr id="11" name="">
            <a:extLst xmlns:a="http://schemas.openxmlformats.org/drawingml/2006/main">
              <a:ext uri="{FF2B5EF4-FFF2-40B4-BE49-F238E27FC236}">
                <a16:creationId xmlns:a16="http://schemas.microsoft.com/office/drawing/2014/main" id="{0A365CE0-5CBC-4A1F-A36B-A187377FBEEF}"/>
              </a:ext>
            </a:extLst>
          </p:cNvPr>
          <p:cNvSpPr>
            <a:spLocks xmlns:a="http://schemas.openxmlformats.org/drawingml/2006/main" noGrp="1"/>
          </p:cNvSpPr>
          <p:nvPr/>
        </p:nvSpPr>
        <p:spPr>
          <a:xfrm xmlns:a="http://schemas.openxmlformats.org/drawingml/2006/main">
            <a:off x="609600" y="417195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D622F"/>
                </a:solidFill>
                <a:latin typeface="Arial"/>
                <a:ea typeface="Arial"/>
                <a:cs typeface="Arial"/>
              </a:defRPr>
            </a:defPPr>
            <a:lvl1pPr>
              <a:defRPr sz="2250" b="1">
                <a:solidFill>
                  <a:srgbClr val="AD622F"/>
                </a:solidFill>
                <a:latin typeface="Arial"/>
                <a:ea typeface="Arial"/>
                <a:cs typeface="Arial"/>
              </a:defRPr>
            </a:lvl1pPr>
            <a:lvl2pPr>
              <a:defRPr sz="2250" b="1">
                <a:solidFill>
                  <a:srgbClr val="AD622F"/>
                </a:solidFill>
                <a:latin typeface="Arial"/>
                <a:ea typeface="Arial"/>
                <a:cs typeface="Arial"/>
              </a:defRPr>
            </a:lvl2pPr>
            <a:lvl3pPr>
              <a:defRPr sz="2250" b="1">
                <a:solidFill>
                  <a:srgbClr val="AD622F"/>
                </a:solidFill>
                <a:latin typeface="Arial"/>
                <a:ea typeface="Arial"/>
                <a:cs typeface="Arial"/>
              </a:defRPr>
            </a:lvl3pPr>
            <a:lvl4pPr>
              <a:defRPr sz="2250" b="1">
                <a:solidFill>
                  <a:srgbClr val="AD622F"/>
                </a:solidFill>
                <a:latin typeface="Arial"/>
                <a:ea typeface="Arial"/>
                <a:cs typeface="Arial"/>
              </a:defRPr>
            </a:lvl4pPr>
            <a:lvl5pPr>
              <a:defRPr sz="2250" b="1">
                <a:solidFill>
                  <a:srgbClr val="AD622F"/>
                </a:solidFill>
                <a:latin typeface="Arial"/>
                <a:ea typeface="Arial"/>
                <a:cs typeface="Arial"/>
              </a:defRPr>
            </a:lvl5pPr>
            <a:lvl6pPr>
              <a:defRPr sz="2250" b="1">
                <a:solidFill>
                  <a:srgbClr val="AD622F"/>
                </a:solidFill>
                <a:latin typeface="Arial"/>
                <a:ea typeface="Arial"/>
                <a:cs typeface="Arial"/>
              </a:defRPr>
            </a:lvl6pPr>
            <a:lvl7pPr>
              <a:defRPr sz="2250" b="1">
                <a:solidFill>
                  <a:srgbClr val="AD622F"/>
                </a:solidFill>
                <a:latin typeface="Arial"/>
                <a:ea typeface="Arial"/>
                <a:cs typeface="Arial"/>
              </a:defRPr>
            </a:lvl7pPr>
            <a:lvl8pPr>
              <a:defRPr sz="2250" b="1">
                <a:solidFill>
                  <a:srgbClr val="AD622F"/>
                </a:solidFill>
                <a:latin typeface="Arial"/>
                <a:ea typeface="Arial"/>
                <a:cs typeface="Arial"/>
              </a:defRPr>
            </a:lvl8pPr>
            <a:lvl9pPr>
              <a:defRPr sz="2250" b="1">
                <a:solidFill>
                  <a:srgbClr val="AD622F"/>
                </a:solidFill>
                <a:latin typeface="Arial"/>
                <a:ea typeface="Arial"/>
                <a:cs typeface="Arial"/>
              </a:defRPr>
            </a:lvl9pPr>
          </a:lstStyle>
          <a:p xmlns:a="http://schemas.openxmlformats.org/drawingml/2006/main">
            <a:pPr>
              <a:defRPr sz="2250" b="1">
                <a:solidFill>
                  <a:srgbClr val="AD622F"/>
                </a:solidFill>
                <a:latin typeface="Arial"/>
                <a:ea typeface="Arial"/>
                <a:cs typeface="Arial"/>
              </a:defRPr>
            </a:pPr>
            <a:r>
              <a:rPr sz="2250" b="1">
                <a:solidFill>
                  <a:srgbClr val="AD622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4ECA24F-0726-42E7-AC5F-E70692240FE7}"/>
              </a:ext>
            </a:extLst>
          </p:cNvPr>
          <p:cNvSpPr>
            <a:spLocks xmlns:a="http://schemas.openxmlformats.org/drawingml/2006/main" noGrp="1"/>
          </p:cNvSpPr>
          <p:nvPr/>
        </p:nvSpPr>
        <p:spPr>
          <a:xfrm xmlns:a="http://schemas.openxmlformats.org/drawingml/2006/main">
            <a:off x="1600200" y="41719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B35"/>
                </a:solidFill>
                <a:latin typeface="Arial"/>
                <a:ea typeface="Arial"/>
                <a:cs typeface="Arial"/>
              </a:defRPr>
            </a:defPPr>
            <a:lvl1pPr>
              <a:defRPr sz="2250" b="1">
                <a:solidFill>
                  <a:srgbClr val="142B35"/>
                </a:solidFill>
                <a:latin typeface="Arial"/>
                <a:ea typeface="Arial"/>
                <a:cs typeface="Arial"/>
              </a:defRPr>
            </a:lvl1pPr>
            <a:lvl2pPr>
              <a:defRPr sz="2250" b="1">
                <a:solidFill>
                  <a:srgbClr val="142B35"/>
                </a:solidFill>
                <a:latin typeface="Arial"/>
                <a:ea typeface="Arial"/>
                <a:cs typeface="Arial"/>
              </a:defRPr>
            </a:lvl2pPr>
            <a:lvl3pPr>
              <a:defRPr sz="2250" b="1">
                <a:solidFill>
                  <a:srgbClr val="142B35"/>
                </a:solidFill>
                <a:latin typeface="Arial"/>
                <a:ea typeface="Arial"/>
                <a:cs typeface="Arial"/>
              </a:defRPr>
            </a:lvl3pPr>
            <a:lvl4pPr>
              <a:defRPr sz="2250" b="1">
                <a:solidFill>
                  <a:srgbClr val="142B35"/>
                </a:solidFill>
                <a:latin typeface="Arial"/>
                <a:ea typeface="Arial"/>
                <a:cs typeface="Arial"/>
              </a:defRPr>
            </a:lvl4pPr>
            <a:lvl5pPr>
              <a:defRPr sz="2250" b="1">
                <a:solidFill>
                  <a:srgbClr val="142B35"/>
                </a:solidFill>
                <a:latin typeface="Arial"/>
                <a:ea typeface="Arial"/>
                <a:cs typeface="Arial"/>
              </a:defRPr>
            </a:lvl5pPr>
            <a:lvl6pPr>
              <a:defRPr sz="2250" b="1">
                <a:solidFill>
                  <a:srgbClr val="142B35"/>
                </a:solidFill>
                <a:latin typeface="Arial"/>
                <a:ea typeface="Arial"/>
                <a:cs typeface="Arial"/>
              </a:defRPr>
            </a:lvl6pPr>
            <a:lvl7pPr>
              <a:defRPr sz="2250" b="1">
                <a:solidFill>
                  <a:srgbClr val="142B35"/>
                </a:solidFill>
                <a:latin typeface="Arial"/>
                <a:ea typeface="Arial"/>
                <a:cs typeface="Arial"/>
              </a:defRPr>
            </a:lvl7pPr>
            <a:lvl8pPr>
              <a:defRPr sz="2250" b="1">
                <a:solidFill>
                  <a:srgbClr val="142B35"/>
                </a:solidFill>
                <a:latin typeface="Arial"/>
                <a:ea typeface="Arial"/>
                <a:cs typeface="Arial"/>
              </a:defRPr>
            </a:lvl8pPr>
            <a:lvl9pPr>
              <a:defRPr sz="2250" b="1">
                <a:solidFill>
                  <a:srgbClr val="142B35"/>
                </a:solidFill>
                <a:latin typeface="Arial"/>
                <a:ea typeface="Arial"/>
                <a:cs typeface="Arial"/>
              </a:defRPr>
            </a:lvl9pPr>
          </a:lstStyle>
          <a:p xmlns:a="http://schemas.openxmlformats.org/drawingml/2006/main">
            <a:pPr>
              <a:defRPr sz="2250" b="1">
                <a:solidFill>
                  <a:srgbClr val="142B35"/>
                </a:solidFill>
                <a:latin typeface="Arial"/>
                <a:ea typeface="Arial"/>
                <a:cs typeface="Arial"/>
              </a:defRPr>
            </a:pPr>
            <a:r>
              <a:rPr sz="2250" b="1">
                <a:solidFill>
                  <a:srgbClr val="142B35"/>
                </a:solidFill>
                <a:latin typeface="Arial"/>
                <a:ea typeface="Arial"/>
                <a:cs typeface="Arial"/>
              </a:rPr>
              <a:t>Confirm a handoff</a:t>
            </a:r>
          </a:p>
        </p:txBody>
      </p:sp>
      <p:sp>
        <p:nvSpPr>
          <p:cNvPr id="13" name="">
            <a:extLst xmlns:a="http://schemas.openxmlformats.org/drawingml/2006/main">
              <a:ext uri="{FF2B5EF4-FFF2-40B4-BE49-F238E27FC236}">
                <a16:creationId xmlns:a16="http://schemas.microsoft.com/office/drawing/2014/main" id="{DEB5714E-1E8E-4084-B49F-7ED3B32878DC}"/>
              </a:ext>
            </a:extLst>
          </p:cNvPr>
          <p:cNvSpPr>
            <a:spLocks xmlns:a="http://schemas.openxmlformats.org/drawingml/2006/main" noGrp="1"/>
          </p:cNvSpPr>
          <p:nvPr/>
        </p:nvSpPr>
        <p:spPr>
          <a:xfrm xmlns:a="http://schemas.openxmlformats.org/drawingml/2006/main">
            <a:off x="5095875" y="417195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F6D72"/>
                </a:solidFill>
                <a:latin typeface="Arial"/>
                <a:ea typeface="Arial"/>
                <a:cs typeface="Arial"/>
              </a:defRPr>
            </a:defPPr>
            <a:lvl1pPr>
              <a:defRPr sz="2100" b="0">
                <a:solidFill>
                  <a:srgbClr val="5F6D72"/>
                </a:solidFill>
                <a:latin typeface="Arial"/>
                <a:ea typeface="Arial"/>
                <a:cs typeface="Arial"/>
              </a:defRPr>
            </a:lvl1pPr>
            <a:lvl2pPr>
              <a:defRPr sz="2100" b="0">
                <a:solidFill>
                  <a:srgbClr val="5F6D72"/>
                </a:solidFill>
                <a:latin typeface="Arial"/>
                <a:ea typeface="Arial"/>
                <a:cs typeface="Arial"/>
              </a:defRPr>
            </a:lvl2pPr>
            <a:lvl3pPr>
              <a:defRPr sz="2100" b="0">
                <a:solidFill>
                  <a:srgbClr val="5F6D72"/>
                </a:solidFill>
                <a:latin typeface="Arial"/>
                <a:ea typeface="Arial"/>
                <a:cs typeface="Arial"/>
              </a:defRPr>
            </a:lvl3pPr>
            <a:lvl4pPr>
              <a:defRPr sz="2100" b="0">
                <a:solidFill>
                  <a:srgbClr val="5F6D72"/>
                </a:solidFill>
                <a:latin typeface="Arial"/>
                <a:ea typeface="Arial"/>
                <a:cs typeface="Arial"/>
              </a:defRPr>
            </a:lvl4pPr>
            <a:lvl5pPr>
              <a:defRPr sz="2100" b="0">
                <a:solidFill>
                  <a:srgbClr val="5F6D72"/>
                </a:solidFill>
                <a:latin typeface="Arial"/>
                <a:ea typeface="Arial"/>
                <a:cs typeface="Arial"/>
              </a:defRPr>
            </a:lvl5pPr>
            <a:lvl6pPr>
              <a:defRPr sz="2100" b="0">
                <a:solidFill>
                  <a:srgbClr val="5F6D72"/>
                </a:solidFill>
                <a:latin typeface="Arial"/>
                <a:ea typeface="Arial"/>
                <a:cs typeface="Arial"/>
              </a:defRPr>
            </a:lvl6pPr>
            <a:lvl7pPr>
              <a:defRPr sz="2100" b="0">
                <a:solidFill>
                  <a:srgbClr val="5F6D72"/>
                </a:solidFill>
                <a:latin typeface="Arial"/>
                <a:ea typeface="Arial"/>
                <a:cs typeface="Arial"/>
              </a:defRPr>
            </a:lvl7pPr>
            <a:lvl8pPr>
              <a:defRPr sz="2100" b="0">
                <a:solidFill>
                  <a:srgbClr val="5F6D72"/>
                </a:solidFill>
                <a:latin typeface="Arial"/>
                <a:ea typeface="Arial"/>
                <a:cs typeface="Arial"/>
              </a:defRPr>
            </a:lvl8pPr>
            <a:lvl9pPr>
              <a:defRPr sz="2100" b="0">
                <a:solidFill>
                  <a:srgbClr val="5F6D72"/>
                </a:solidFill>
                <a:latin typeface="Arial"/>
                <a:ea typeface="Arial"/>
                <a:cs typeface="Arial"/>
              </a:defRPr>
            </a:lvl9pPr>
          </a:lstStyle>
          <a:p xmlns:a="http://schemas.openxmlformats.org/drawingml/2006/main">
            <a:pPr>
              <a:defRPr sz="2100" b="0">
                <a:solidFill>
                  <a:srgbClr val="5F6D72"/>
                </a:solidFill>
                <a:latin typeface="Arial"/>
                <a:ea typeface="Arial"/>
                <a:cs typeface="Arial"/>
              </a:defRPr>
            </a:pPr>
            <a:r>
              <a:rPr sz="2100" b="0">
                <a:solidFill>
                  <a:srgbClr val="5F6D72"/>
                </a:solidFill>
                <a:latin typeface="Arial"/>
                <a:ea typeface="Arial"/>
                <a:cs typeface="Arial"/>
              </a:rPr>
              <a:t>Save the request and pause AI replies.</a:t>
            </a:r>
          </a:p>
        </p:txBody>
      </p:sp>
      <p:sp>
        <p:nvSpPr>
          <p:cNvPr id="14" name="">
            <a:extLst xmlns:a="http://schemas.openxmlformats.org/drawingml/2006/main">
              <a:ext uri="{FF2B5EF4-FFF2-40B4-BE49-F238E27FC236}">
                <a16:creationId xmlns:a16="http://schemas.microsoft.com/office/drawing/2014/main" id="{30A54247-D0A5-4802-A152-2D2490BE39DF}"/>
              </a:ext>
            </a:extLst>
          </p:cNvPr>
          <p:cNvSpPr>
            <a:spLocks xmlns:a="http://schemas.openxmlformats.org/drawingml/2006/main" noGrp="1"/>
          </p:cNvSpPr>
          <p:nvPr/>
        </p:nvSpPr>
        <p:spPr>
          <a:xfrm xmlns:a="http://schemas.openxmlformats.org/drawingml/2006/main">
            <a:off x="609600" y="510540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D622F"/>
                </a:solidFill>
                <a:latin typeface="Arial"/>
                <a:ea typeface="Arial"/>
                <a:cs typeface="Arial"/>
              </a:defRPr>
            </a:defPPr>
            <a:lvl1pPr>
              <a:defRPr sz="2250" b="1">
                <a:solidFill>
                  <a:srgbClr val="AD622F"/>
                </a:solidFill>
                <a:latin typeface="Arial"/>
                <a:ea typeface="Arial"/>
                <a:cs typeface="Arial"/>
              </a:defRPr>
            </a:lvl1pPr>
            <a:lvl2pPr>
              <a:defRPr sz="2250" b="1">
                <a:solidFill>
                  <a:srgbClr val="AD622F"/>
                </a:solidFill>
                <a:latin typeface="Arial"/>
                <a:ea typeface="Arial"/>
                <a:cs typeface="Arial"/>
              </a:defRPr>
            </a:lvl2pPr>
            <a:lvl3pPr>
              <a:defRPr sz="2250" b="1">
                <a:solidFill>
                  <a:srgbClr val="AD622F"/>
                </a:solidFill>
                <a:latin typeface="Arial"/>
                <a:ea typeface="Arial"/>
                <a:cs typeface="Arial"/>
              </a:defRPr>
            </a:lvl3pPr>
            <a:lvl4pPr>
              <a:defRPr sz="2250" b="1">
                <a:solidFill>
                  <a:srgbClr val="AD622F"/>
                </a:solidFill>
                <a:latin typeface="Arial"/>
                <a:ea typeface="Arial"/>
                <a:cs typeface="Arial"/>
              </a:defRPr>
            </a:lvl4pPr>
            <a:lvl5pPr>
              <a:defRPr sz="2250" b="1">
                <a:solidFill>
                  <a:srgbClr val="AD622F"/>
                </a:solidFill>
                <a:latin typeface="Arial"/>
                <a:ea typeface="Arial"/>
                <a:cs typeface="Arial"/>
              </a:defRPr>
            </a:lvl5pPr>
            <a:lvl6pPr>
              <a:defRPr sz="2250" b="1">
                <a:solidFill>
                  <a:srgbClr val="AD622F"/>
                </a:solidFill>
                <a:latin typeface="Arial"/>
                <a:ea typeface="Arial"/>
                <a:cs typeface="Arial"/>
              </a:defRPr>
            </a:lvl6pPr>
            <a:lvl7pPr>
              <a:defRPr sz="2250" b="1">
                <a:solidFill>
                  <a:srgbClr val="AD622F"/>
                </a:solidFill>
                <a:latin typeface="Arial"/>
                <a:ea typeface="Arial"/>
                <a:cs typeface="Arial"/>
              </a:defRPr>
            </a:lvl7pPr>
            <a:lvl8pPr>
              <a:defRPr sz="2250" b="1">
                <a:solidFill>
                  <a:srgbClr val="AD622F"/>
                </a:solidFill>
                <a:latin typeface="Arial"/>
                <a:ea typeface="Arial"/>
                <a:cs typeface="Arial"/>
              </a:defRPr>
            </a:lvl8pPr>
            <a:lvl9pPr>
              <a:defRPr sz="2250" b="1">
                <a:solidFill>
                  <a:srgbClr val="AD622F"/>
                </a:solidFill>
                <a:latin typeface="Arial"/>
                <a:ea typeface="Arial"/>
                <a:cs typeface="Arial"/>
              </a:defRPr>
            </a:lvl9pPr>
          </a:lstStyle>
          <a:p xmlns:a="http://schemas.openxmlformats.org/drawingml/2006/main">
            <a:pPr>
              <a:defRPr sz="2250" b="1">
                <a:solidFill>
                  <a:srgbClr val="AD622F"/>
                </a:solidFill>
                <a:latin typeface="Arial"/>
                <a:ea typeface="Arial"/>
                <a:cs typeface="Arial"/>
              </a:defRPr>
            </a:pPr>
            <a:r>
              <a:rPr sz="2250" b="1">
                <a:solidFill>
                  <a:srgbClr val="AD622F"/>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6DC50F69-45EB-447B-8791-83DB8AC0FC46}"/>
              </a:ext>
            </a:extLst>
          </p:cNvPr>
          <p:cNvSpPr>
            <a:spLocks xmlns:a="http://schemas.openxmlformats.org/drawingml/2006/main" noGrp="1"/>
          </p:cNvSpPr>
          <p:nvPr/>
        </p:nvSpPr>
        <p:spPr>
          <a:xfrm xmlns:a="http://schemas.openxmlformats.org/drawingml/2006/main">
            <a:off x="1600200" y="51054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B35"/>
                </a:solidFill>
                <a:latin typeface="Arial"/>
                <a:ea typeface="Arial"/>
                <a:cs typeface="Arial"/>
              </a:defRPr>
            </a:defPPr>
            <a:lvl1pPr>
              <a:defRPr sz="2250" b="1">
                <a:solidFill>
                  <a:srgbClr val="142B35"/>
                </a:solidFill>
                <a:latin typeface="Arial"/>
                <a:ea typeface="Arial"/>
                <a:cs typeface="Arial"/>
              </a:defRPr>
            </a:lvl1pPr>
            <a:lvl2pPr>
              <a:defRPr sz="2250" b="1">
                <a:solidFill>
                  <a:srgbClr val="142B35"/>
                </a:solidFill>
                <a:latin typeface="Arial"/>
                <a:ea typeface="Arial"/>
                <a:cs typeface="Arial"/>
              </a:defRPr>
            </a:lvl2pPr>
            <a:lvl3pPr>
              <a:defRPr sz="2250" b="1">
                <a:solidFill>
                  <a:srgbClr val="142B35"/>
                </a:solidFill>
                <a:latin typeface="Arial"/>
                <a:ea typeface="Arial"/>
                <a:cs typeface="Arial"/>
              </a:defRPr>
            </a:lvl3pPr>
            <a:lvl4pPr>
              <a:defRPr sz="2250" b="1">
                <a:solidFill>
                  <a:srgbClr val="142B35"/>
                </a:solidFill>
                <a:latin typeface="Arial"/>
                <a:ea typeface="Arial"/>
                <a:cs typeface="Arial"/>
              </a:defRPr>
            </a:lvl4pPr>
            <a:lvl5pPr>
              <a:defRPr sz="2250" b="1">
                <a:solidFill>
                  <a:srgbClr val="142B35"/>
                </a:solidFill>
                <a:latin typeface="Arial"/>
                <a:ea typeface="Arial"/>
                <a:cs typeface="Arial"/>
              </a:defRPr>
            </a:lvl5pPr>
            <a:lvl6pPr>
              <a:defRPr sz="2250" b="1">
                <a:solidFill>
                  <a:srgbClr val="142B35"/>
                </a:solidFill>
                <a:latin typeface="Arial"/>
                <a:ea typeface="Arial"/>
                <a:cs typeface="Arial"/>
              </a:defRPr>
            </a:lvl6pPr>
            <a:lvl7pPr>
              <a:defRPr sz="2250" b="1">
                <a:solidFill>
                  <a:srgbClr val="142B35"/>
                </a:solidFill>
                <a:latin typeface="Arial"/>
                <a:ea typeface="Arial"/>
                <a:cs typeface="Arial"/>
              </a:defRPr>
            </a:lvl7pPr>
            <a:lvl8pPr>
              <a:defRPr sz="2250" b="1">
                <a:solidFill>
                  <a:srgbClr val="142B35"/>
                </a:solidFill>
                <a:latin typeface="Arial"/>
                <a:ea typeface="Arial"/>
                <a:cs typeface="Arial"/>
              </a:defRPr>
            </a:lvl8pPr>
            <a:lvl9pPr>
              <a:defRPr sz="2250" b="1">
                <a:solidFill>
                  <a:srgbClr val="142B35"/>
                </a:solidFill>
                <a:latin typeface="Arial"/>
                <a:ea typeface="Arial"/>
                <a:cs typeface="Arial"/>
              </a:defRPr>
            </a:lvl9pPr>
          </a:lstStyle>
          <a:p xmlns:a="http://schemas.openxmlformats.org/drawingml/2006/main">
            <a:pPr>
              <a:defRPr sz="2250" b="1">
                <a:solidFill>
                  <a:srgbClr val="142B35"/>
                </a:solidFill>
                <a:latin typeface="Arial"/>
                <a:ea typeface="Arial"/>
                <a:cs typeface="Arial"/>
              </a:defRPr>
            </a:pPr>
            <a:r>
              <a:rPr sz="2250" b="1">
                <a:solidFill>
                  <a:srgbClr val="142B35"/>
                </a:solidFill>
                <a:latin typeface="Arial"/>
                <a:ea typeface="Arial"/>
                <a:cs typeface="Arial"/>
              </a:rPr>
              <a:t>Chat with staff</a:t>
            </a:r>
          </a:p>
        </p:txBody>
      </p:sp>
      <p:sp>
        <p:nvSpPr>
          <p:cNvPr id="16" name="">
            <a:extLst xmlns:a="http://schemas.openxmlformats.org/drawingml/2006/main">
              <a:ext uri="{FF2B5EF4-FFF2-40B4-BE49-F238E27FC236}">
                <a16:creationId xmlns:a16="http://schemas.microsoft.com/office/drawing/2014/main" id="{FA269F63-006C-48AD-815B-012A70644C08}"/>
              </a:ext>
            </a:extLst>
          </p:cNvPr>
          <p:cNvSpPr>
            <a:spLocks xmlns:a="http://schemas.openxmlformats.org/drawingml/2006/main" noGrp="1"/>
          </p:cNvSpPr>
          <p:nvPr/>
        </p:nvSpPr>
        <p:spPr>
          <a:xfrm xmlns:a="http://schemas.openxmlformats.org/drawingml/2006/main">
            <a:off x="5095875" y="510540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F6D72"/>
                </a:solidFill>
                <a:latin typeface="Arial"/>
                <a:ea typeface="Arial"/>
                <a:cs typeface="Arial"/>
              </a:defRPr>
            </a:defPPr>
            <a:lvl1pPr>
              <a:defRPr sz="2100" b="0">
                <a:solidFill>
                  <a:srgbClr val="5F6D72"/>
                </a:solidFill>
                <a:latin typeface="Arial"/>
                <a:ea typeface="Arial"/>
                <a:cs typeface="Arial"/>
              </a:defRPr>
            </a:lvl1pPr>
            <a:lvl2pPr>
              <a:defRPr sz="2100" b="0">
                <a:solidFill>
                  <a:srgbClr val="5F6D72"/>
                </a:solidFill>
                <a:latin typeface="Arial"/>
                <a:ea typeface="Arial"/>
                <a:cs typeface="Arial"/>
              </a:defRPr>
            </a:lvl2pPr>
            <a:lvl3pPr>
              <a:defRPr sz="2100" b="0">
                <a:solidFill>
                  <a:srgbClr val="5F6D72"/>
                </a:solidFill>
                <a:latin typeface="Arial"/>
                <a:ea typeface="Arial"/>
                <a:cs typeface="Arial"/>
              </a:defRPr>
            </a:lvl3pPr>
            <a:lvl4pPr>
              <a:defRPr sz="2100" b="0">
                <a:solidFill>
                  <a:srgbClr val="5F6D72"/>
                </a:solidFill>
                <a:latin typeface="Arial"/>
                <a:ea typeface="Arial"/>
                <a:cs typeface="Arial"/>
              </a:defRPr>
            </a:lvl4pPr>
            <a:lvl5pPr>
              <a:defRPr sz="2100" b="0">
                <a:solidFill>
                  <a:srgbClr val="5F6D72"/>
                </a:solidFill>
                <a:latin typeface="Arial"/>
                <a:ea typeface="Arial"/>
                <a:cs typeface="Arial"/>
              </a:defRPr>
            </a:lvl5pPr>
            <a:lvl6pPr>
              <a:defRPr sz="2100" b="0">
                <a:solidFill>
                  <a:srgbClr val="5F6D72"/>
                </a:solidFill>
                <a:latin typeface="Arial"/>
                <a:ea typeface="Arial"/>
                <a:cs typeface="Arial"/>
              </a:defRPr>
            </a:lvl6pPr>
            <a:lvl7pPr>
              <a:defRPr sz="2100" b="0">
                <a:solidFill>
                  <a:srgbClr val="5F6D72"/>
                </a:solidFill>
                <a:latin typeface="Arial"/>
                <a:ea typeface="Arial"/>
                <a:cs typeface="Arial"/>
              </a:defRPr>
            </a:lvl7pPr>
            <a:lvl8pPr>
              <a:defRPr sz="2100" b="0">
                <a:solidFill>
                  <a:srgbClr val="5F6D72"/>
                </a:solidFill>
                <a:latin typeface="Arial"/>
                <a:ea typeface="Arial"/>
                <a:cs typeface="Arial"/>
              </a:defRPr>
            </a:lvl8pPr>
            <a:lvl9pPr>
              <a:defRPr sz="2100" b="0">
                <a:solidFill>
                  <a:srgbClr val="5F6D72"/>
                </a:solidFill>
                <a:latin typeface="Arial"/>
                <a:ea typeface="Arial"/>
                <a:cs typeface="Arial"/>
              </a:defRPr>
            </a:lvl9pPr>
          </a:lstStyle>
          <a:p xmlns:a="http://schemas.openxmlformats.org/drawingml/2006/main">
            <a:pPr>
              <a:defRPr sz="2100" b="0">
                <a:solidFill>
                  <a:srgbClr val="5F6D72"/>
                </a:solidFill>
                <a:latin typeface="Arial"/>
                <a:ea typeface="Arial"/>
                <a:cs typeface="Arial"/>
              </a:defRPr>
            </a:pPr>
            <a:r>
              <a:rPr sz="2100" b="0">
                <a:solidFill>
                  <a:srgbClr val="5F6D72"/>
                </a:solidFill>
                <a:latin typeface="Arial"/>
                <a:ea typeface="Arial"/>
                <a:cs typeface="Arial"/>
              </a:rPr>
              <a:t>Staff takes over, replies and resolves the chat.</a:t>
            </a:r>
          </a:p>
        </p:txBody>
      </p:sp>
    </p:spTree>
    <p:extLst>
      <p:ext uri="{BB962C8B-B14F-4D97-AF65-F5344CB8AC3E}">
        <p14:creationId xmlns:p14="http://schemas.microsoft.com/office/powerpoint/2010/main" val="1524103246"/>
      </p:ext>
    </p:extLst>
  </p:cSld>
</p:sld>
</file>

<file path=ppt/slides/slide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DB7914-06B5-40D0-82EF-7541BDEA4CF8}"/>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76B64"/>
                </a:solidFill>
                <a:latin typeface="Arial"/>
                <a:ea typeface="Arial"/>
                <a:cs typeface="Arial"/>
              </a:defRPr>
            </a:defPPr>
            <a:lvl1pPr>
              <a:defRPr sz="1350" b="1">
                <a:solidFill>
                  <a:srgbClr val="176B64"/>
                </a:solidFill>
                <a:latin typeface="Arial"/>
                <a:ea typeface="Arial"/>
                <a:cs typeface="Arial"/>
              </a:defRPr>
            </a:lvl1pPr>
            <a:lvl2pPr>
              <a:defRPr sz="1350" b="1">
                <a:solidFill>
                  <a:srgbClr val="176B64"/>
                </a:solidFill>
                <a:latin typeface="Arial"/>
                <a:ea typeface="Arial"/>
                <a:cs typeface="Arial"/>
              </a:defRPr>
            </a:lvl2pPr>
            <a:lvl3pPr>
              <a:defRPr sz="1350" b="1">
                <a:solidFill>
                  <a:srgbClr val="176B64"/>
                </a:solidFill>
                <a:latin typeface="Arial"/>
                <a:ea typeface="Arial"/>
                <a:cs typeface="Arial"/>
              </a:defRPr>
            </a:lvl3pPr>
            <a:lvl4pPr>
              <a:defRPr sz="1350" b="1">
                <a:solidFill>
                  <a:srgbClr val="176B64"/>
                </a:solidFill>
                <a:latin typeface="Arial"/>
                <a:ea typeface="Arial"/>
                <a:cs typeface="Arial"/>
              </a:defRPr>
            </a:lvl4pPr>
            <a:lvl5pPr>
              <a:defRPr sz="1350" b="1">
                <a:solidFill>
                  <a:srgbClr val="176B64"/>
                </a:solidFill>
                <a:latin typeface="Arial"/>
                <a:ea typeface="Arial"/>
                <a:cs typeface="Arial"/>
              </a:defRPr>
            </a:lvl5pPr>
            <a:lvl6pPr>
              <a:defRPr sz="1350" b="1">
                <a:solidFill>
                  <a:srgbClr val="176B64"/>
                </a:solidFill>
                <a:latin typeface="Arial"/>
                <a:ea typeface="Arial"/>
                <a:cs typeface="Arial"/>
              </a:defRPr>
            </a:lvl6pPr>
            <a:lvl7pPr>
              <a:defRPr sz="1350" b="1">
                <a:solidFill>
                  <a:srgbClr val="176B64"/>
                </a:solidFill>
                <a:latin typeface="Arial"/>
                <a:ea typeface="Arial"/>
                <a:cs typeface="Arial"/>
              </a:defRPr>
            </a:lvl7pPr>
            <a:lvl8pPr>
              <a:defRPr sz="1350" b="1">
                <a:solidFill>
                  <a:srgbClr val="176B64"/>
                </a:solidFill>
                <a:latin typeface="Arial"/>
                <a:ea typeface="Arial"/>
                <a:cs typeface="Arial"/>
              </a:defRPr>
            </a:lvl8pPr>
            <a:lvl9pPr>
              <a:defRPr sz="1350" b="1">
                <a:solidFill>
                  <a:srgbClr val="176B64"/>
                </a:solidFill>
                <a:latin typeface="Arial"/>
                <a:ea typeface="Arial"/>
                <a:cs typeface="Arial"/>
              </a:defRPr>
            </a:lvl9pPr>
          </a:lstStyle>
          <a:p xmlns:a="http://schemas.openxmlformats.org/drawingml/2006/main">
            <a:pPr>
              <a:defRPr sz="1350" b="1">
                <a:solidFill>
                  <a:srgbClr val="176B64"/>
                </a:solidFill>
                <a:latin typeface="Arial"/>
                <a:ea typeface="Arial"/>
                <a:cs typeface="Arial"/>
              </a:defRPr>
            </a:pPr>
            <a:r>
              <a:rPr sz="1350" b="1">
                <a:solidFill>
                  <a:srgbClr val="176B64"/>
                </a:solidFill>
                <a:latin typeface="Arial"/>
                <a:ea typeface="Arial"/>
                <a:cs typeface="Arial"/>
              </a:rPr>
              <a:t>04  IMPLEMENTATION</a:t>
            </a:r>
          </a:p>
        </p:txBody>
      </p:sp>
      <p:sp>
        <p:nvSpPr>
          <p:cNvPr id="2" name="">
            <a:extLst xmlns:a="http://schemas.openxmlformats.org/drawingml/2006/main">
              <a:ext uri="{FF2B5EF4-FFF2-40B4-BE49-F238E27FC236}">
                <a16:creationId xmlns:a16="http://schemas.microsoft.com/office/drawing/2014/main" id="{DEA00395-BF96-496B-92C0-A361E894A2BB}"/>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42B35"/>
                </a:solidFill>
                <a:latin typeface="Arial"/>
                <a:ea typeface="Arial"/>
                <a:cs typeface="Arial"/>
              </a:defRPr>
            </a:defPPr>
            <a:lvl1pPr>
              <a:defRPr sz="3675" b="1">
                <a:solidFill>
                  <a:srgbClr val="142B35"/>
                </a:solidFill>
                <a:latin typeface="Arial"/>
                <a:ea typeface="Arial"/>
                <a:cs typeface="Arial"/>
              </a:defRPr>
            </a:lvl1pPr>
            <a:lvl2pPr>
              <a:defRPr sz="3675" b="1">
                <a:solidFill>
                  <a:srgbClr val="142B35"/>
                </a:solidFill>
                <a:latin typeface="Arial"/>
                <a:ea typeface="Arial"/>
                <a:cs typeface="Arial"/>
              </a:defRPr>
            </a:lvl2pPr>
            <a:lvl3pPr>
              <a:defRPr sz="3675" b="1">
                <a:solidFill>
                  <a:srgbClr val="142B35"/>
                </a:solidFill>
                <a:latin typeface="Arial"/>
                <a:ea typeface="Arial"/>
                <a:cs typeface="Arial"/>
              </a:defRPr>
            </a:lvl3pPr>
            <a:lvl4pPr>
              <a:defRPr sz="3675" b="1">
                <a:solidFill>
                  <a:srgbClr val="142B35"/>
                </a:solidFill>
                <a:latin typeface="Arial"/>
                <a:ea typeface="Arial"/>
                <a:cs typeface="Arial"/>
              </a:defRPr>
            </a:lvl4pPr>
            <a:lvl5pPr>
              <a:defRPr sz="3675" b="1">
                <a:solidFill>
                  <a:srgbClr val="142B35"/>
                </a:solidFill>
                <a:latin typeface="Arial"/>
                <a:ea typeface="Arial"/>
                <a:cs typeface="Arial"/>
              </a:defRPr>
            </a:lvl5pPr>
            <a:lvl6pPr>
              <a:defRPr sz="3675" b="1">
                <a:solidFill>
                  <a:srgbClr val="142B35"/>
                </a:solidFill>
                <a:latin typeface="Arial"/>
                <a:ea typeface="Arial"/>
                <a:cs typeface="Arial"/>
              </a:defRPr>
            </a:lvl6pPr>
            <a:lvl7pPr>
              <a:defRPr sz="3675" b="1">
                <a:solidFill>
                  <a:srgbClr val="142B35"/>
                </a:solidFill>
                <a:latin typeface="Arial"/>
                <a:ea typeface="Arial"/>
                <a:cs typeface="Arial"/>
              </a:defRPr>
            </a:lvl7pPr>
            <a:lvl8pPr>
              <a:defRPr sz="3675" b="1">
                <a:solidFill>
                  <a:srgbClr val="142B35"/>
                </a:solidFill>
                <a:latin typeface="Arial"/>
                <a:ea typeface="Arial"/>
                <a:cs typeface="Arial"/>
              </a:defRPr>
            </a:lvl8pPr>
            <a:lvl9pPr>
              <a:defRPr sz="3675" b="1">
                <a:solidFill>
                  <a:srgbClr val="142B35"/>
                </a:solidFill>
                <a:latin typeface="Arial"/>
                <a:ea typeface="Arial"/>
                <a:cs typeface="Arial"/>
              </a:defRPr>
            </a:lvl9pPr>
          </a:lstStyle>
          <a:p xmlns:a="http://schemas.openxmlformats.org/drawingml/2006/main">
            <a:pPr>
              <a:defRPr sz="3675" b="1">
                <a:solidFill>
                  <a:srgbClr val="142B35"/>
                </a:solidFill>
                <a:latin typeface="Arial"/>
                <a:ea typeface="Arial"/>
                <a:cs typeface="Arial"/>
              </a:defRPr>
            </a:pPr>
            <a:r>
              <a:rPr sz="3675" b="1">
                <a:solidFill>
                  <a:srgbClr val="142B35"/>
                </a:solidFill>
                <a:latin typeface="Arial"/>
                <a:ea typeface="Arial"/>
                <a:cs typeface="Arial"/>
              </a:rPr>
              <a:t>The system behind the conversation</a:t>
            </a:r>
          </a:p>
        </p:txBody>
      </p:sp>
      <p:sp>
        <p:nvSpPr>
          <p:cNvPr id="3" name="">
            <a:extLst xmlns:a="http://schemas.openxmlformats.org/drawingml/2006/main">
              <a:ext uri="{FF2B5EF4-FFF2-40B4-BE49-F238E27FC236}">
                <a16:creationId xmlns:a16="http://schemas.microsoft.com/office/drawing/2014/main" id="{DB30FF24-716B-4095-9872-C4F6590D3E9C}"/>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D72"/>
                </a:solidFill>
                <a:latin typeface="Arial"/>
                <a:ea typeface="Arial"/>
                <a:cs typeface="Arial"/>
              </a:defRPr>
            </a:defPPr>
            <a:lvl1pPr>
              <a:defRPr sz="975" b="0">
                <a:solidFill>
                  <a:srgbClr val="5F6D72"/>
                </a:solidFill>
                <a:latin typeface="Arial"/>
                <a:ea typeface="Arial"/>
                <a:cs typeface="Arial"/>
              </a:defRPr>
            </a:lvl1pPr>
            <a:lvl2pPr>
              <a:defRPr sz="975" b="0">
                <a:solidFill>
                  <a:srgbClr val="5F6D72"/>
                </a:solidFill>
                <a:latin typeface="Arial"/>
                <a:ea typeface="Arial"/>
                <a:cs typeface="Arial"/>
              </a:defRPr>
            </a:lvl2pPr>
            <a:lvl3pPr>
              <a:defRPr sz="975" b="0">
                <a:solidFill>
                  <a:srgbClr val="5F6D72"/>
                </a:solidFill>
                <a:latin typeface="Arial"/>
                <a:ea typeface="Arial"/>
                <a:cs typeface="Arial"/>
              </a:defRPr>
            </a:lvl3pPr>
            <a:lvl4pPr>
              <a:defRPr sz="975" b="0">
                <a:solidFill>
                  <a:srgbClr val="5F6D72"/>
                </a:solidFill>
                <a:latin typeface="Arial"/>
                <a:ea typeface="Arial"/>
                <a:cs typeface="Arial"/>
              </a:defRPr>
            </a:lvl4pPr>
            <a:lvl5pPr>
              <a:defRPr sz="975" b="0">
                <a:solidFill>
                  <a:srgbClr val="5F6D72"/>
                </a:solidFill>
                <a:latin typeface="Arial"/>
                <a:ea typeface="Arial"/>
                <a:cs typeface="Arial"/>
              </a:defRPr>
            </a:lvl5pPr>
            <a:lvl6pPr>
              <a:defRPr sz="975" b="0">
                <a:solidFill>
                  <a:srgbClr val="5F6D72"/>
                </a:solidFill>
                <a:latin typeface="Arial"/>
                <a:ea typeface="Arial"/>
                <a:cs typeface="Arial"/>
              </a:defRPr>
            </a:lvl6pPr>
            <a:lvl7pPr>
              <a:defRPr sz="975" b="0">
                <a:solidFill>
                  <a:srgbClr val="5F6D72"/>
                </a:solidFill>
                <a:latin typeface="Arial"/>
                <a:ea typeface="Arial"/>
                <a:cs typeface="Arial"/>
              </a:defRPr>
            </a:lvl7pPr>
            <a:lvl8pPr>
              <a:defRPr sz="975" b="0">
                <a:solidFill>
                  <a:srgbClr val="5F6D72"/>
                </a:solidFill>
                <a:latin typeface="Arial"/>
                <a:ea typeface="Arial"/>
                <a:cs typeface="Arial"/>
              </a:defRPr>
            </a:lvl8pPr>
            <a:lvl9pPr>
              <a:defRPr sz="975" b="0">
                <a:solidFill>
                  <a:srgbClr val="5F6D72"/>
                </a:solidFill>
                <a:latin typeface="Arial"/>
                <a:ea typeface="Arial"/>
                <a:cs typeface="Arial"/>
              </a:defRPr>
            </a:lvl9pPr>
          </a:lstStyle>
          <a:p xmlns:a="http://schemas.openxmlformats.org/drawingml/2006/main">
            <a:pPr>
              <a:defRPr sz="975" b="0">
                <a:solidFill>
                  <a:srgbClr val="5F6D72"/>
                </a:solidFill>
                <a:latin typeface="Arial"/>
                <a:ea typeface="Arial"/>
                <a:cs typeface="Arial"/>
              </a:defRPr>
            </a:pPr>
            <a:r>
              <a:rPr sz="975" b="0">
                <a:solidFill>
                  <a:srgbClr val="5F6D72"/>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A565E67D-25DD-4ECF-938E-492ABA95C81A}"/>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B64"/>
                </a:solidFill>
                <a:latin typeface="Arial"/>
                <a:ea typeface="Arial"/>
                <a:cs typeface="Arial"/>
              </a:defRPr>
            </a:defPPr>
            <a:lvl1pPr>
              <a:defRPr sz="1500" b="1">
                <a:solidFill>
                  <a:srgbClr val="176B64"/>
                </a:solidFill>
                <a:latin typeface="Arial"/>
                <a:ea typeface="Arial"/>
                <a:cs typeface="Arial"/>
              </a:defRPr>
            </a:lvl1pPr>
            <a:lvl2pPr>
              <a:defRPr sz="1500" b="1">
                <a:solidFill>
                  <a:srgbClr val="176B64"/>
                </a:solidFill>
                <a:latin typeface="Arial"/>
                <a:ea typeface="Arial"/>
                <a:cs typeface="Arial"/>
              </a:defRPr>
            </a:lvl2pPr>
            <a:lvl3pPr>
              <a:defRPr sz="1500" b="1">
                <a:solidFill>
                  <a:srgbClr val="176B64"/>
                </a:solidFill>
                <a:latin typeface="Arial"/>
                <a:ea typeface="Arial"/>
                <a:cs typeface="Arial"/>
              </a:defRPr>
            </a:lvl3pPr>
            <a:lvl4pPr>
              <a:defRPr sz="1500" b="1">
                <a:solidFill>
                  <a:srgbClr val="176B64"/>
                </a:solidFill>
                <a:latin typeface="Arial"/>
                <a:ea typeface="Arial"/>
                <a:cs typeface="Arial"/>
              </a:defRPr>
            </a:lvl4pPr>
            <a:lvl5pPr>
              <a:defRPr sz="1500" b="1">
                <a:solidFill>
                  <a:srgbClr val="176B64"/>
                </a:solidFill>
                <a:latin typeface="Arial"/>
                <a:ea typeface="Arial"/>
                <a:cs typeface="Arial"/>
              </a:defRPr>
            </a:lvl5pPr>
            <a:lvl6pPr>
              <a:defRPr sz="1500" b="1">
                <a:solidFill>
                  <a:srgbClr val="176B64"/>
                </a:solidFill>
                <a:latin typeface="Arial"/>
                <a:ea typeface="Arial"/>
                <a:cs typeface="Arial"/>
              </a:defRPr>
            </a:lvl6pPr>
            <a:lvl7pPr>
              <a:defRPr sz="1500" b="1">
                <a:solidFill>
                  <a:srgbClr val="176B64"/>
                </a:solidFill>
                <a:latin typeface="Arial"/>
                <a:ea typeface="Arial"/>
                <a:cs typeface="Arial"/>
              </a:defRPr>
            </a:lvl7pPr>
            <a:lvl8pPr>
              <a:defRPr sz="1500" b="1">
                <a:solidFill>
                  <a:srgbClr val="176B64"/>
                </a:solidFill>
                <a:latin typeface="Arial"/>
                <a:ea typeface="Arial"/>
                <a:cs typeface="Arial"/>
              </a:defRPr>
            </a:lvl8pPr>
            <a:lvl9pPr>
              <a:defRPr sz="1500" b="1">
                <a:solidFill>
                  <a:srgbClr val="176B64"/>
                </a:solidFill>
                <a:latin typeface="Arial"/>
                <a:ea typeface="Arial"/>
                <a:cs typeface="Arial"/>
              </a:defRPr>
            </a:lvl9pPr>
          </a:lstStyle>
          <a:p xmlns:a="http://schemas.openxmlformats.org/drawingml/2006/main">
            <a:pPr>
              <a:defRPr sz="1500" b="1">
                <a:solidFill>
                  <a:srgbClr val="176B64"/>
                </a:solidFill>
                <a:latin typeface="Arial"/>
                <a:ea typeface="Arial"/>
                <a:cs typeface="Arial"/>
              </a:defRPr>
            </a:pPr>
            <a:r>
              <a:rPr sz="1500" b="1">
                <a:solidFill>
                  <a:srgbClr val="176B6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45C9016-C090-40A2-B4C9-0C6C9636E891}"/>
              </a:ext>
            </a:extLst>
          </p:cNvPr>
          <p:cNvSpPr>
            <a:spLocks xmlns:a="http://schemas.openxmlformats.org/drawingml/2006/main" noGrp="1"/>
          </p:cNvSpPr>
          <p:nvPr/>
        </p:nvSpPr>
        <p:spPr>
          <a:xfrm xmlns:a="http://schemas.openxmlformats.org/drawingml/2006/main">
            <a:off x="609600" y="22764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Interface</a:t>
            </a:r>
          </a:p>
        </p:txBody>
      </p:sp>
      <p:sp>
        <p:nvSpPr>
          <p:cNvPr id="6" name="">
            <a:extLst xmlns:a="http://schemas.openxmlformats.org/drawingml/2006/main">
              <a:ext uri="{FF2B5EF4-FFF2-40B4-BE49-F238E27FC236}">
                <a16:creationId xmlns:a16="http://schemas.microsoft.com/office/drawing/2014/main" id="{5C23717A-F11B-4BD2-BDDE-CEBB7CF989A2}"/>
              </a:ext>
            </a:extLst>
          </p:cNvPr>
          <p:cNvSpPr>
            <a:spLocks xmlns:a="http://schemas.openxmlformats.org/drawingml/2006/main" noGrp="1"/>
          </p:cNvSpPr>
          <p:nvPr/>
        </p:nvSpPr>
        <p:spPr>
          <a:xfrm xmlns:a="http://schemas.openxmlformats.org/drawingml/2006/main">
            <a:off x="609600" y="3009900"/>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React and TypeScript</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Student chat and staff workspace</a:t>
            </a:r>
          </a:p>
        </p:txBody>
      </p:sp>
      <p:sp>
        <p:nvSpPr>
          <p:cNvPr id="7" name="">
            <a:extLst xmlns:a="http://schemas.openxmlformats.org/drawingml/2006/main">
              <a:ext uri="{FF2B5EF4-FFF2-40B4-BE49-F238E27FC236}">
                <a16:creationId xmlns:a16="http://schemas.microsoft.com/office/drawing/2014/main" id="{96FBF3E7-F6F9-4288-BC12-E56A35034B01}"/>
              </a:ext>
            </a:extLst>
          </p:cNvPr>
          <p:cNvSpPr>
            <a:spLocks xmlns:a="http://schemas.openxmlformats.org/drawingml/2006/main" noGrp="1"/>
          </p:cNvSpPr>
          <p:nvPr/>
        </p:nvSpPr>
        <p:spPr>
          <a:xfrm xmlns:a="http://schemas.openxmlformats.org/drawingml/2006/main">
            <a:off x="6486525" y="22764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Application</a:t>
            </a:r>
          </a:p>
        </p:txBody>
      </p:sp>
      <p:sp>
        <p:nvSpPr>
          <p:cNvPr id="8" name="">
            <a:extLst xmlns:a="http://schemas.openxmlformats.org/drawingml/2006/main">
              <a:ext uri="{FF2B5EF4-FFF2-40B4-BE49-F238E27FC236}">
                <a16:creationId xmlns:a16="http://schemas.microsoft.com/office/drawing/2014/main" id="{4F9DA9BB-E7B0-4D76-B782-6BA87AEB377E}"/>
              </a:ext>
            </a:extLst>
          </p:cNvPr>
          <p:cNvSpPr>
            <a:spLocks xmlns:a="http://schemas.openxmlformats.org/drawingml/2006/main" noGrp="1"/>
          </p:cNvSpPr>
          <p:nvPr/>
        </p:nvSpPr>
        <p:spPr>
          <a:xfrm xmlns:a="http://schemas.openxmlformats.org/drawingml/2006/main">
            <a:off x="6486525" y="3009900"/>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FastAPI and Python</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Login, conversations and handoff logic</a:t>
            </a:r>
          </a:p>
        </p:txBody>
      </p:sp>
      <p:sp>
        <p:nvSpPr>
          <p:cNvPr id="9" name="">
            <a:extLst xmlns:a="http://schemas.openxmlformats.org/drawingml/2006/main">
              <a:ext uri="{FF2B5EF4-FFF2-40B4-BE49-F238E27FC236}">
                <a16:creationId xmlns:a16="http://schemas.microsoft.com/office/drawing/2014/main" id="{F14F152B-F7AB-4261-9CB3-16A32AFA02D9}"/>
              </a:ext>
            </a:extLst>
          </p:cNvPr>
          <p:cNvSpPr>
            <a:spLocks xmlns:a="http://schemas.openxmlformats.org/drawingml/2006/main" noGrp="1"/>
          </p:cNvSpPr>
          <p:nvPr/>
        </p:nvSpPr>
        <p:spPr>
          <a:xfrm xmlns:a="http://schemas.openxmlformats.org/drawingml/2006/main">
            <a:off x="609600" y="42672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Knowledge and storage</a:t>
            </a:r>
          </a:p>
        </p:txBody>
      </p:sp>
      <p:sp>
        <p:nvSpPr>
          <p:cNvPr id="10" name="">
            <a:extLst xmlns:a="http://schemas.openxmlformats.org/drawingml/2006/main">
              <a:ext uri="{FF2B5EF4-FFF2-40B4-BE49-F238E27FC236}">
                <a16:creationId xmlns:a16="http://schemas.microsoft.com/office/drawing/2014/main" id="{2F2AFF9A-DA8A-4B1E-82EF-C878E8EAECB3}"/>
              </a:ext>
            </a:extLst>
          </p:cNvPr>
          <p:cNvSpPr>
            <a:spLocks xmlns:a="http://schemas.openxmlformats.org/drawingml/2006/main" noGrp="1"/>
          </p:cNvSpPr>
          <p:nvPr/>
        </p:nvSpPr>
        <p:spPr>
          <a:xfrm xmlns:a="http://schemas.openxmlformats.org/drawingml/2006/main">
            <a:off x="609600" y="5000625"/>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Neon PostgreSQL with pgvector</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Sources, history, tickets and vector search</a:t>
            </a:r>
          </a:p>
        </p:txBody>
      </p:sp>
      <p:sp>
        <p:nvSpPr>
          <p:cNvPr id="11" name="">
            <a:extLst xmlns:a="http://schemas.openxmlformats.org/drawingml/2006/main">
              <a:ext uri="{FF2B5EF4-FFF2-40B4-BE49-F238E27FC236}">
                <a16:creationId xmlns:a16="http://schemas.microsoft.com/office/drawing/2014/main" id="{DEAA4B6D-D5C6-43B2-A1ED-8E76E87E72CD}"/>
              </a:ext>
            </a:extLst>
          </p:cNvPr>
          <p:cNvSpPr>
            <a:spLocks xmlns:a="http://schemas.openxmlformats.org/drawingml/2006/main" noGrp="1"/>
          </p:cNvSpPr>
          <p:nvPr/>
        </p:nvSpPr>
        <p:spPr>
          <a:xfrm xmlns:a="http://schemas.openxmlformats.org/drawingml/2006/main">
            <a:off x="6486525" y="42672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AI and live delivery</a:t>
            </a:r>
          </a:p>
        </p:txBody>
      </p:sp>
      <p:sp>
        <p:nvSpPr>
          <p:cNvPr id="12" name="">
            <a:extLst xmlns:a="http://schemas.openxmlformats.org/drawingml/2006/main">
              <a:ext uri="{FF2B5EF4-FFF2-40B4-BE49-F238E27FC236}">
                <a16:creationId xmlns:a16="http://schemas.microsoft.com/office/drawing/2014/main" id="{5F6F9298-7AFD-4072-900B-60993E505EA8}"/>
              </a:ext>
            </a:extLst>
          </p:cNvPr>
          <p:cNvSpPr>
            <a:spLocks xmlns:a="http://schemas.openxmlformats.org/drawingml/2006/main" noGrp="1"/>
          </p:cNvSpPr>
          <p:nvPr/>
        </p:nvSpPr>
        <p:spPr>
          <a:xfrm xmlns:a="http://schemas.openxmlformats.org/drawingml/2006/main">
            <a:off x="6486525" y="5000625"/>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OpenRouter for grounded answers</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WebSockets for message and status updates</a:t>
            </a:r>
          </a:p>
        </p:txBody>
      </p:sp>
    </p:spTree>
    <p:extLst>
      <p:ext uri="{BB962C8B-B14F-4D97-AF65-F5344CB8AC3E}">
        <p14:creationId xmlns:p14="http://schemas.microsoft.com/office/powerpoint/2010/main" val="1915029612"/>
      </p:ext>
    </p:extLst>
  </p:cSld>
</p:sld>
</file>

<file path=ppt/slides/slide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6283B9-55FA-470F-92C7-2BF562E14516}"/>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76B64"/>
                </a:solidFill>
                <a:latin typeface="Arial"/>
                <a:ea typeface="Arial"/>
                <a:cs typeface="Arial"/>
              </a:defRPr>
            </a:defPPr>
            <a:lvl1pPr>
              <a:defRPr sz="1350" b="1">
                <a:solidFill>
                  <a:srgbClr val="176B64"/>
                </a:solidFill>
                <a:latin typeface="Arial"/>
                <a:ea typeface="Arial"/>
                <a:cs typeface="Arial"/>
              </a:defRPr>
            </a:lvl1pPr>
            <a:lvl2pPr>
              <a:defRPr sz="1350" b="1">
                <a:solidFill>
                  <a:srgbClr val="176B64"/>
                </a:solidFill>
                <a:latin typeface="Arial"/>
                <a:ea typeface="Arial"/>
                <a:cs typeface="Arial"/>
              </a:defRPr>
            </a:lvl2pPr>
            <a:lvl3pPr>
              <a:defRPr sz="1350" b="1">
                <a:solidFill>
                  <a:srgbClr val="176B64"/>
                </a:solidFill>
                <a:latin typeface="Arial"/>
                <a:ea typeface="Arial"/>
                <a:cs typeface="Arial"/>
              </a:defRPr>
            </a:lvl3pPr>
            <a:lvl4pPr>
              <a:defRPr sz="1350" b="1">
                <a:solidFill>
                  <a:srgbClr val="176B64"/>
                </a:solidFill>
                <a:latin typeface="Arial"/>
                <a:ea typeface="Arial"/>
                <a:cs typeface="Arial"/>
              </a:defRPr>
            </a:lvl4pPr>
            <a:lvl5pPr>
              <a:defRPr sz="1350" b="1">
                <a:solidFill>
                  <a:srgbClr val="176B64"/>
                </a:solidFill>
                <a:latin typeface="Arial"/>
                <a:ea typeface="Arial"/>
                <a:cs typeface="Arial"/>
              </a:defRPr>
            </a:lvl5pPr>
            <a:lvl6pPr>
              <a:defRPr sz="1350" b="1">
                <a:solidFill>
                  <a:srgbClr val="176B64"/>
                </a:solidFill>
                <a:latin typeface="Arial"/>
                <a:ea typeface="Arial"/>
                <a:cs typeface="Arial"/>
              </a:defRPr>
            </a:lvl6pPr>
            <a:lvl7pPr>
              <a:defRPr sz="1350" b="1">
                <a:solidFill>
                  <a:srgbClr val="176B64"/>
                </a:solidFill>
                <a:latin typeface="Arial"/>
                <a:ea typeface="Arial"/>
                <a:cs typeface="Arial"/>
              </a:defRPr>
            </a:lvl7pPr>
            <a:lvl8pPr>
              <a:defRPr sz="1350" b="1">
                <a:solidFill>
                  <a:srgbClr val="176B64"/>
                </a:solidFill>
                <a:latin typeface="Arial"/>
                <a:ea typeface="Arial"/>
                <a:cs typeface="Arial"/>
              </a:defRPr>
            </a:lvl8pPr>
            <a:lvl9pPr>
              <a:defRPr sz="1350" b="1">
                <a:solidFill>
                  <a:srgbClr val="176B64"/>
                </a:solidFill>
                <a:latin typeface="Arial"/>
                <a:ea typeface="Arial"/>
                <a:cs typeface="Arial"/>
              </a:defRPr>
            </a:lvl9pPr>
          </a:lstStyle>
          <a:p xmlns:a="http://schemas.openxmlformats.org/drawingml/2006/main">
            <a:pPr>
              <a:defRPr sz="1350" b="1">
                <a:solidFill>
                  <a:srgbClr val="176B64"/>
                </a:solidFill>
                <a:latin typeface="Arial"/>
                <a:ea typeface="Arial"/>
                <a:cs typeface="Arial"/>
              </a:defRPr>
            </a:pPr>
            <a:r>
              <a:rPr sz="1350" b="1">
                <a:solidFill>
                  <a:srgbClr val="176B64"/>
                </a:solidFill>
                <a:latin typeface="Arial"/>
                <a:ea typeface="Arial"/>
                <a:cs typeface="Arial"/>
              </a:rPr>
              <a:t>04  IMPLEMENTATION</a:t>
            </a:r>
          </a:p>
        </p:txBody>
      </p:sp>
      <p:sp>
        <p:nvSpPr>
          <p:cNvPr id="2" name="">
            <a:extLst xmlns:a="http://schemas.openxmlformats.org/drawingml/2006/main">
              <a:ext uri="{FF2B5EF4-FFF2-40B4-BE49-F238E27FC236}">
                <a16:creationId xmlns:a16="http://schemas.microsoft.com/office/drawing/2014/main" id="{CA0AE600-19A2-421E-90C4-64197E467C12}"/>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42B35"/>
                </a:solidFill>
                <a:latin typeface="Arial"/>
                <a:ea typeface="Arial"/>
                <a:cs typeface="Arial"/>
              </a:defRPr>
            </a:defPPr>
            <a:lvl1pPr>
              <a:defRPr sz="3675" b="1">
                <a:solidFill>
                  <a:srgbClr val="142B35"/>
                </a:solidFill>
                <a:latin typeface="Arial"/>
                <a:ea typeface="Arial"/>
                <a:cs typeface="Arial"/>
              </a:defRPr>
            </a:lvl1pPr>
            <a:lvl2pPr>
              <a:defRPr sz="3675" b="1">
                <a:solidFill>
                  <a:srgbClr val="142B35"/>
                </a:solidFill>
                <a:latin typeface="Arial"/>
                <a:ea typeface="Arial"/>
                <a:cs typeface="Arial"/>
              </a:defRPr>
            </a:lvl2pPr>
            <a:lvl3pPr>
              <a:defRPr sz="3675" b="1">
                <a:solidFill>
                  <a:srgbClr val="142B35"/>
                </a:solidFill>
                <a:latin typeface="Arial"/>
                <a:ea typeface="Arial"/>
                <a:cs typeface="Arial"/>
              </a:defRPr>
            </a:lvl3pPr>
            <a:lvl4pPr>
              <a:defRPr sz="3675" b="1">
                <a:solidFill>
                  <a:srgbClr val="142B35"/>
                </a:solidFill>
                <a:latin typeface="Arial"/>
                <a:ea typeface="Arial"/>
                <a:cs typeface="Arial"/>
              </a:defRPr>
            </a:lvl4pPr>
            <a:lvl5pPr>
              <a:defRPr sz="3675" b="1">
                <a:solidFill>
                  <a:srgbClr val="142B35"/>
                </a:solidFill>
                <a:latin typeface="Arial"/>
                <a:ea typeface="Arial"/>
                <a:cs typeface="Arial"/>
              </a:defRPr>
            </a:lvl5pPr>
            <a:lvl6pPr>
              <a:defRPr sz="3675" b="1">
                <a:solidFill>
                  <a:srgbClr val="142B35"/>
                </a:solidFill>
                <a:latin typeface="Arial"/>
                <a:ea typeface="Arial"/>
                <a:cs typeface="Arial"/>
              </a:defRPr>
            </a:lvl6pPr>
            <a:lvl7pPr>
              <a:defRPr sz="3675" b="1">
                <a:solidFill>
                  <a:srgbClr val="142B35"/>
                </a:solidFill>
                <a:latin typeface="Arial"/>
                <a:ea typeface="Arial"/>
                <a:cs typeface="Arial"/>
              </a:defRPr>
            </a:lvl7pPr>
            <a:lvl8pPr>
              <a:defRPr sz="3675" b="1">
                <a:solidFill>
                  <a:srgbClr val="142B35"/>
                </a:solidFill>
                <a:latin typeface="Arial"/>
                <a:ea typeface="Arial"/>
                <a:cs typeface="Arial"/>
              </a:defRPr>
            </a:lvl8pPr>
            <a:lvl9pPr>
              <a:defRPr sz="3675" b="1">
                <a:solidFill>
                  <a:srgbClr val="142B35"/>
                </a:solidFill>
                <a:latin typeface="Arial"/>
                <a:ea typeface="Arial"/>
                <a:cs typeface="Arial"/>
              </a:defRPr>
            </a:lvl9pPr>
          </a:lstStyle>
          <a:p xmlns:a="http://schemas.openxmlformats.org/drawingml/2006/main">
            <a:pPr>
              <a:defRPr sz="3675" b="1">
                <a:solidFill>
                  <a:srgbClr val="142B35"/>
                </a:solidFill>
                <a:latin typeface="Arial"/>
                <a:ea typeface="Arial"/>
                <a:cs typeface="Arial"/>
              </a:defRPr>
            </a:pPr>
            <a:r>
              <a:rPr sz="3675" b="1">
                <a:solidFill>
                  <a:srgbClr val="142B35"/>
                </a:solidFill>
                <a:latin typeface="Arial"/>
                <a:ea typeface="Arial"/>
                <a:cs typeface="Arial"/>
              </a:rPr>
              <a:t>Source-backed AI assistance</a:t>
            </a:r>
          </a:p>
        </p:txBody>
      </p:sp>
      <p:sp>
        <p:nvSpPr>
          <p:cNvPr id="3" name="">
            <a:extLst xmlns:a="http://schemas.openxmlformats.org/drawingml/2006/main">
              <a:ext uri="{FF2B5EF4-FFF2-40B4-BE49-F238E27FC236}">
                <a16:creationId xmlns:a16="http://schemas.microsoft.com/office/drawing/2014/main" id="{A7E6A5AB-554C-495A-9661-0BDA19F01D4A}"/>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D72"/>
                </a:solidFill>
                <a:latin typeface="Arial"/>
                <a:ea typeface="Arial"/>
                <a:cs typeface="Arial"/>
              </a:defRPr>
            </a:defPPr>
            <a:lvl1pPr>
              <a:defRPr sz="975" b="0">
                <a:solidFill>
                  <a:srgbClr val="5F6D72"/>
                </a:solidFill>
                <a:latin typeface="Arial"/>
                <a:ea typeface="Arial"/>
                <a:cs typeface="Arial"/>
              </a:defRPr>
            </a:lvl1pPr>
            <a:lvl2pPr>
              <a:defRPr sz="975" b="0">
                <a:solidFill>
                  <a:srgbClr val="5F6D72"/>
                </a:solidFill>
                <a:latin typeface="Arial"/>
                <a:ea typeface="Arial"/>
                <a:cs typeface="Arial"/>
              </a:defRPr>
            </a:lvl2pPr>
            <a:lvl3pPr>
              <a:defRPr sz="975" b="0">
                <a:solidFill>
                  <a:srgbClr val="5F6D72"/>
                </a:solidFill>
                <a:latin typeface="Arial"/>
                <a:ea typeface="Arial"/>
                <a:cs typeface="Arial"/>
              </a:defRPr>
            </a:lvl3pPr>
            <a:lvl4pPr>
              <a:defRPr sz="975" b="0">
                <a:solidFill>
                  <a:srgbClr val="5F6D72"/>
                </a:solidFill>
                <a:latin typeface="Arial"/>
                <a:ea typeface="Arial"/>
                <a:cs typeface="Arial"/>
              </a:defRPr>
            </a:lvl4pPr>
            <a:lvl5pPr>
              <a:defRPr sz="975" b="0">
                <a:solidFill>
                  <a:srgbClr val="5F6D72"/>
                </a:solidFill>
                <a:latin typeface="Arial"/>
                <a:ea typeface="Arial"/>
                <a:cs typeface="Arial"/>
              </a:defRPr>
            </a:lvl5pPr>
            <a:lvl6pPr>
              <a:defRPr sz="975" b="0">
                <a:solidFill>
                  <a:srgbClr val="5F6D72"/>
                </a:solidFill>
                <a:latin typeface="Arial"/>
                <a:ea typeface="Arial"/>
                <a:cs typeface="Arial"/>
              </a:defRPr>
            </a:lvl6pPr>
            <a:lvl7pPr>
              <a:defRPr sz="975" b="0">
                <a:solidFill>
                  <a:srgbClr val="5F6D72"/>
                </a:solidFill>
                <a:latin typeface="Arial"/>
                <a:ea typeface="Arial"/>
                <a:cs typeface="Arial"/>
              </a:defRPr>
            </a:lvl7pPr>
            <a:lvl8pPr>
              <a:defRPr sz="975" b="0">
                <a:solidFill>
                  <a:srgbClr val="5F6D72"/>
                </a:solidFill>
                <a:latin typeface="Arial"/>
                <a:ea typeface="Arial"/>
                <a:cs typeface="Arial"/>
              </a:defRPr>
            </a:lvl8pPr>
            <a:lvl9pPr>
              <a:defRPr sz="975" b="0">
                <a:solidFill>
                  <a:srgbClr val="5F6D72"/>
                </a:solidFill>
                <a:latin typeface="Arial"/>
                <a:ea typeface="Arial"/>
                <a:cs typeface="Arial"/>
              </a:defRPr>
            </a:lvl9pPr>
          </a:lstStyle>
          <a:p xmlns:a="http://schemas.openxmlformats.org/drawingml/2006/main">
            <a:pPr>
              <a:defRPr sz="975" b="0">
                <a:solidFill>
                  <a:srgbClr val="5F6D72"/>
                </a:solidFill>
                <a:latin typeface="Arial"/>
                <a:ea typeface="Arial"/>
                <a:cs typeface="Arial"/>
              </a:defRPr>
            </a:pPr>
            <a:r>
              <a:rPr sz="975" b="0">
                <a:solidFill>
                  <a:srgbClr val="5F6D72"/>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01125680-507A-4F87-A21C-9DF97BB1AFCF}"/>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B64"/>
                </a:solidFill>
                <a:latin typeface="Arial"/>
                <a:ea typeface="Arial"/>
                <a:cs typeface="Arial"/>
              </a:defRPr>
            </a:defPPr>
            <a:lvl1pPr>
              <a:defRPr sz="1500" b="1">
                <a:solidFill>
                  <a:srgbClr val="176B64"/>
                </a:solidFill>
                <a:latin typeface="Arial"/>
                <a:ea typeface="Arial"/>
                <a:cs typeface="Arial"/>
              </a:defRPr>
            </a:lvl1pPr>
            <a:lvl2pPr>
              <a:defRPr sz="1500" b="1">
                <a:solidFill>
                  <a:srgbClr val="176B64"/>
                </a:solidFill>
                <a:latin typeface="Arial"/>
                <a:ea typeface="Arial"/>
                <a:cs typeface="Arial"/>
              </a:defRPr>
            </a:lvl2pPr>
            <a:lvl3pPr>
              <a:defRPr sz="1500" b="1">
                <a:solidFill>
                  <a:srgbClr val="176B64"/>
                </a:solidFill>
                <a:latin typeface="Arial"/>
                <a:ea typeface="Arial"/>
                <a:cs typeface="Arial"/>
              </a:defRPr>
            </a:lvl3pPr>
            <a:lvl4pPr>
              <a:defRPr sz="1500" b="1">
                <a:solidFill>
                  <a:srgbClr val="176B64"/>
                </a:solidFill>
                <a:latin typeface="Arial"/>
                <a:ea typeface="Arial"/>
                <a:cs typeface="Arial"/>
              </a:defRPr>
            </a:lvl4pPr>
            <a:lvl5pPr>
              <a:defRPr sz="1500" b="1">
                <a:solidFill>
                  <a:srgbClr val="176B64"/>
                </a:solidFill>
                <a:latin typeface="Arial"/>
                <a:ea typeface="Arial"/>
                <a:cs typeface="Arial"/>
              </a:defRPr>
            </a:lvl5pPr>
            <a:lvl6pPr>
              <a:defRPr sz="1500" b="1">
                <a:solidFill>
                  <a:srgbClr val="176B64"/>
                </a:solidFill>
                <a:latin typeface="Arial"/>
                <a:ea typeface="Arial"/>
                <a:cs typeface="Arial"/>
              </a:defRPr>
            </a:lvl6pPr>
            <a:lvl7pPr>
              <a:defRPr sz="1500" b="1">
                <a:solidFill>
                  <a:srgbClr val="176B64"/>
                </a:solidFill>
                <a:latin typeface="Arial"/>
                <a:ea typeface="Arial"/>
                <a:cs typeface="Arial"/>
              </a:defRPr>
            </a:lvl7pPr>
            <a:lvl8pPr>
              <a:defRPr sz="1500" b="1">
                <a:solidFill>
                  <a:srgbClr val="176B64"/>
                </a:solidFill>
                <a:latin typeface="Arial"/>
                <a:ea typeface="Arial"/>
                <a:cs typeface="Arial"/>
              </a:defRPr>
            </a:lvl8pPr>
            <a:lvl9pPr>
              <a:defRPr sz="1500" b="1">
                <a:solidFill>
                  <a:srgbClr val="176B64"/>
                </a:solidFill>
                <a:latin typeface="Arial"/>
                <a:ea typeface="Arial"/>
                <a:cs typeface="Arial"/>
              </a:defRPr>
            </a:lvl9pPr>
          </a:lstStyle>
          <a:p xmlns:a="http://schemas.openxmlformats.org/drawingml/2006/main">
            <a:pPr>
              <a:defRPr sz="1500" b="1">
                <a:solidFill>
                  <a:srgbClr val="176B64"/>
                </a:solidFill>
                <a:latin typeface="Arial"/>
                <a:ea typeface="Arial"/>
                <a:cs typeface="Arial"/>
              </a:defRPr>
            </a:pPr>
            <a:r>
              <a:rPr sz="1500" b="1">
                <a:solidFill>
                  <a:srgbClr val="176B6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362626E-5B17-4485-8350-FE60A96B1F1A}"/>
              </a:ext>
            </a:extLst>
          </p:cNvPr>
          <p:cNvSpPr>
            <a:spLocks xmlns:a="http://schemas.openxmlformats.org/drawingml/2006/main" noGrp="1"/>
          </p:cNvSpPr>
          <p:nvPr/>
        </p:nvSpPr>
        <p:spPr>
          <a:xfrm xmlns:a="http://schemas.openxmlformats.org/drawingml/2006/main">
            <a:off x="609600" y="2381250"/>
            <a:ext cx="7620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142B35"/>
                </a:solidFill>
                <a:latin typeface="Arial"/>
                <a:ea typeface="Arial"/>
                <a:cs typeface="Arial"/>
              </a:defRPr>
            </a:defPPr>
            <a:lvl1pPr>
              <a:defRPr sz="3825" b="1">
                <a:solidFill>
                  <a:srgbClr val="142B35"/>
                </a:solidFill>
                <a:latin typeface="Arial"/>
                <a:ea typeface="Arial"/>
                <a:cs typeface="Arial"/>
              </a:defRPr>
            </a:lvl1pPr>
            <a:lvl2pPr>
              <a:defRPr sz="3825" b="1">
                <a:solidFill>
                  <a:srgbClr val="142B35"/>
                </a:solidFill>
                <a:latin typeface="Arial"/>
                <a:ea typeface="Arial"/>
                <a:cs typeface="Arial"/>
              </a:defRPr>
            </a:lvl2pPr>
            <a:lvl3pPr>
              <a:defRPr sz="3825" b="1">
                <a:solidFill>
                  <a:srgbClr val="142B35"/>
                </a:solidFill>
                <a:latin typeface="Arial"/>
                <a:ea typeface="Arial"/>
                <a:cs typeface="Arial"/>
              </a:defRPr>
            </a:lvl3pPr>
            <a:lvl4pPr>
              <a:defRPr sz="3825" b="1">
                <a:solidFill>
                  <a:srgbClr val="142B35"/>
                </a:solidFill>
                <a:latin typeface="Arial"/>
                <a:ea typeface="Arial"/>
                <a:cs typeface="Arial"/>
              </a:defRPr>
            </a:lvl4pPr>
            <a:lvl5pPr>
              <a:defRPr sz="3825" b="1">
                <a:solidFill>
                  <a:srgbClr val="142B35"/>
                </a:solidFill>
                <a:latin typeface="Arial"/>
                <a:ea typeface="Arial"/>
                <a:cs typeface="Arial"/>
              </a:defRPr>
            </a:lvl5pPr>
            <a:lvl6pPr>
              <a:defRPr sz="3825" b="1">
                <a:solidFill>
                  <a:srgbClr val="142B35"/>
                </a:solidFill>
                <a:latin typeface="Arial"/>
                <a:ea typeface="Arial"/>
                <a:cs typeface="Arial"/>
              </a:defRPr>
            </a:lvl6pPr>
            <a:lvl7pPr>
              <a:defRPr sz="3825" b="1">
                <a:solidFill>
                  <a:srgbClr val="142B35"/>
                </a:solidFill>
                <a:latin typeface="Arial"/>
                <a:ea typeface="Arial"/>
                <a:cs typeface="Arial"/>
              </a:defRPr>
            </a:lvl7pPr>
            <a:lvl8pPr>
              <a:defRPr sz="3825" b="1">
                <a:solidFill>
                  <a:srgbClr val="142B35"/>
                </a:solidFill>
                <a:latin typeface="Arial"/>
                <a:ea typeface="Arial"/>
                <a:cs typeface="Arial"/>
              </a:defRPr>
            </a:lvl8pPr>
            <a:lvl9pPr>
              <a:defRPr sz="3825" b="1">
                <a:solidFill>
                  <a:srgbClr val="142B35"/>
                </a:solidFill>
                <a:latin typeface="Arial"/>
                <a:ea typeface="Arial"/>
                <a:cs typeface="Arial"/>
              </a:defRPr>
            </a:lvl9pPr>
          </a:lstStyle>
          <a:p xmlns:a="http://schemas.openxmlformats.org/drawingml/2006/main">
            <a:pPr>
              <a:defRPr sz="3825" b="1">
                <a:solidFill>
                  <a:srgbClr val="142B35"/>
                </a:solidFill>
                <a:latin typeface="Arial"/>
                <a:ea typeface="Arial"/>
                <a:cs typeface="Arial"/>
              </a:defRPr>
            </a:pPr>
            <a:r>
              <a:rPr sz="3825" b="1">
                <a:solidFill>
                  <a:srgbClr val="142B35"/>
                </a:solidFill>
                <a:latin typeface="Arial"/>
                <a:ea typeface="Arial"/>
                <a:cs typeface="Arial"/>
              </a:rPr>
              <a:t>Public VIT Vellore</a:t>
            </a:r>
          </a:p>
          <a:p xmlns:a="http://schemas.openxmlformats.org/drawingml/2006/main">
            <a:pPr>
              <a:defRPr sz="3825" b="1">
                <a:solidFill>
                  <a:srgbClr val="142B35"/>
                </a:solidFill>
                <a:latin typeface="Arial"/>
                <a:ea typeface="Arial"/>
                <a:cs typeface="Arial"/>
              </a:defRPr>
            </a:pPr>
            <a:r>
              <a:rPr sz="3825" b="1">
                <a:solidFill>
                  <a:srgbClr val="142B35"/>
                </a:solidFill>
                <a:latin typeface="Arial"/>
                <a:ea typeface="Arial"/>
                <a:cs typeface="Arial"/>
              </a:rPr>
              <a:t>information</a:t>
            </a:r>
          </a:p>
        </p:txBody>
      </p:sp>
      <p:sp>
        <p:nvSpPr>
          <p:cNvPr id="6" name="">
            <a:extLst xmlns:a="http://schemas.openxmlformats.org/drawingml/2006/main">
              <a:ext uri="{FF2B5EF4-FFF2-40B4-BE49-F238E27FC236}">
                <a16:creationId xmlns:a16="http://schemas.microsoft.com/office/drawing/2014/main" id="{F398D921-DE70-4A73-A980-C6486F37FD15}"/>
              </a:ext>
            </a:extLst>
          </p:cNvPr>
          <p:cNvSpPr>
            <a:spLocks xmlns:a="http://schemas.openxmlformats.org/drawingml/2006/main" noGrp="1"/>
          </p:cNvSpPr>
          <p:nvPr/>
        </p:nvSpPr>
        <p:spPr>
          <a:xfrm xmlns:a="http://schemas.openxmlformats.org/drawingml/2006/main">
            <a:off x="647700" y="40671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B64"/>
                </a:solidFill>
                <a:latin typeface="Arial"/>
                <a:ea typeface="Arial"/>
                <a:cs typeface="Arial"/>
              </a:defRPr>
            </a:defPPr>
            <a:lvl1pPr>
              <a:defRPr sz="2250" b="1">
                <a:solidFill>
                  <a:srgbClr val="176B64"/>
                </a:solidFill>
                <a:latin typeface="Arial"/>
                <a:ea typeface="Arial"/>
                <a:cs typeface="Arial"/>
              </a:defRPr>
            </a:lvl1pPr>
            <a:lvl2pPr>
              <a:defRPr sz="2250" b="1">
                <a:solidFill>
                  <a:srgbClr val="176B64"/>
                </a:solidFill>
                <a:latin typeface="Arial"/>
                <a:ea typeface="Arial"/>
                <a:cs typeface="Arial"/>
              </a:defRPr>
            </a:lvl2pPr>
            <a:lvl3pPr>
              <a:defRPr sz="2250" b="1">
                <a:solidFill>
                  <a:srgbClr val="176B64"/>
                </a:solidFill>
                <a:latin typeface="Arial"/>
                <a:ea typeface="Arial"/>
                <a:cs typeface="Arial"/>
              </a:defRPr>
            </a:lvl3pPr>
            <a:lvl4pPr>
              <a:defRPr sz="2250" b="1">
                <a:solidFill>
                  <a:srgbClr val="176B64"/>
                </a:solidFill>
                <a:latin typeface="Arial"/>
                <a:ea typeface="Arial"/>
                <a:cs typeface="Arial"/>
              </a:defRPr>
            </a:lvl4pPr>
            <a:lvl5pPr>
              <a:defRPr sz="2250" b="1">
                <a:solidFill>
                  <a:srgbClr val="176B64"/>
                </a:solidFill>
                <a:latin typeface="Arial"/>
                <a:ea typeface="Arial"/>
                <a:cs typeface="Arial"/>
              </a:defRPr>
            </a:lvl5pPr>
            <a:lvl6pPr>
              <a:defRPr sz="2250" b="1">
                <a:solidFill>
                  <a:srgbClr val="176B64"/>
                </a:solidFill>
                <a:latin typeface="Arial"/>
                <a:ea typeface="Arial"/>
                <a:cs typeface="Arial"/>
              </a:defRPr>
            </a:lvl6pPr>
            <a:lvl7pPr>
              <a:defRPr sz="2250" b="1">
                <a:solidFill>
                  <a:srgbClr val="176B64"/>
                </a:solidFill>
                <a:latin typeface="Arial"/>
                <a:ea typeface="Arial"/>
                <a:cs typeface="Arial"/>
              </a:defRPr>
            </a:lvl7pPr>
            <a:lvl8pPr>
              <a:defRPr sz="2250" b="1">
                <a:solidFill>
                  <a:srgbClr val="176B64"/>
                </a:solidFill>
                <a:latin typeface="Arial"/>
                <a:ea typeface="Arial"/>
                <a:cs typeface="Arial"/>
              </a:defRPr>
            </a:lvl8pPr>
            <a:lvl9pPr>
              <a:defRPr sz="2250" b="1">
                <a:solidFill>
                  <a:srgbClr val="176B64"/>
                </a:solidFill>
                <a:latin typeface="Arial"/>
                <a:ea typeface="Arial"/>
                <a:cs typeface="Arial"/>
              </a:defRPr>
            </a:lvl9pPr>
          </a:lstStyle>
          <a:p xmlns:a="http://schemas.openxmlformats.org/drawingml/2006/main">
            <a:pPr>
              <a:defRPr sz="2250" b="1">
                <a:solidFill>
                  <a:srgbClr val="176B64"/>
                </a:solidFill>
                <a:latin typeface="Arial"/>
                <a:ea typeface="Arial"/>
                <a:cs typeface="Arial"/>
              </a:defRPr>
            </a:pPr>
            <a:r>
              <a:rPr sz="2250" b="1">
                <a:solidFill>
                  <a:srgbClr val="176B64"/>
                </a:solidFill>
                <a:latin typeface="Arial"/>
                <a:ea typeface="Arial"/>
                <a:cs typeface="Arial"/>
              </a:rPr>
              <a:t>Academics, library, hostels and student services</a:t>
            </a:r>
          </a:p>
        </p:txBody>
      </p:sp>
      <p:sp>
        <p:nvSpPr>
          <p:cNvPr id="7" name="">
            <a:extLst xmlns:a="http://schemas.openxmlformats.org/drawingml/2006/main">
              <a:ext uri="{FF2B5EF4-FFF2-40B4-BE49-F238E27FC236}">
                <a16:creationId xmlns:a16="http://schemas.microsoft.com/office/drawing/2014/main" id="{8BB4FBD4-E332-480F-9A4F-6768C06E992E}"/>
              </a:ext>
            </a:extLst>
          </p:cNvPr>
          <p:cNvSpPr>
            <a:spLocks xmlns:a="http://schemas.openxmlformats.org/drawingml/2006/main" noGrp="1"/>
          </p:cNvSpPr>
          <p:nvPr/>
        </p:nvSpPr>
        <p:spPr>
          <a:xfrm xmlns:a="http://schemas.openxmlformats.org/drawingml/2006/main">
            <a:off x="647700" y="5238750"/>
            <a:ext cx="742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F6D72"/>
                </a:solidFill>
                <a:latin typeface="Arial"/>
                <a:ea typeface="Arial"/>
                <a:cs typeface="Arial"/>
              </a:defRPr>
            </a:defPPr>
            <a:lvl1pPr>
              <a:defRPr sz="2100" b="0">
                <a:solidFill>
                  <a:srgbClr val="5F6D72"/>
                </a:solidFill>
                <a:latin typeface="Arial"/>
                <a:ea typeface="Arial"/>
                <a:cs typeface="Arial"/>
              </a:defRPr>
            </a:lvl1pPr>
            <a:lvl2pPr>
              <a:defRPr sz="2100" b="0">
                <a:solidFill>
                  <a:srgbClr val="5F6D72"/>
                </a:solidFill>
                <a:latin typeface="Arial"/>
                <a:ea typeface="Arial"/>
                <a:cs typeface="Arial"/>
              </a:defRPr>
            </a:lvl2pPr>
            <a:lvl3pPr>
              <a:defRPr sz="2100" b="0">
                <a:solidFill>
                  <a:srgbClr val="5F6D72"/>
                </a:solidFill>
                <a:latin typeface="Arial"/>
                <a:ea typeface="Arial"/>
                <a:cs typeface="Arial"/>
              </a:defRPr>
            </a:lvl3pPr>
            <a:lvl4pPr>
              <a:defRPr sz="2100" b="0">
                <a:solidFill>
                  <a:srgbClr val="5F6D72"/>
                </a:solidFill>
                <a:latin typeface="Arial"/>
                <a:ea typeface="Arial"/>
                <a:cs typeface="Arial"/>
              </a:defRPr>
            </a:lvl4pPr>
            <a:lvl5pPr>
              <a:defRPr sz="2100" b="0">
                <a:solidFill>
                  <a:srgbClr val="5F6D72"/>
                </a:solidFill>
                <a:latin typeface="Arial"/>
                <a:ea typeface="Arial"/>
                <a:cs typeface="Arial"/>
              </a:defRPr>
            </a:lvl5pPr>
            <a:lvl6pPr>
              <a:defRPr sz="2100" b="0">
                <a:solidFill>
                  <a:srgbClr val="5F6D72"/>
                </a:solidFill>
                <a:latin typeface="Arial"/>
                <a:ea typeface="Arial"/>
                <a:cs typeface="Arial"/>
              </a:defRPr>
            </a:lvl6pPr>
            <a:lvl7pPr>
              <a:defRPr sz="2100" b="0">
                <a:solidFill>
                  <a:srgbClr val="5F6D72"/>
                </a:solidFill>
                <a:latin typeface="Arial"/>
                <a:ea typeface="Arial"/>
                <a:cs typeface="Arial"/>
              </a:defRPr>
            </a:lvl7pPr>
            <a:lvl8pPr>
              <a:defRPr sz="2100" b="0">
                <a:solidFill>
                  <a:srgbClr val="5F6D72"/>
                </a:solidFill>
                <a:latin typeface="Arial"/>
                <a:ea typeface="Arial"/>
                <a:cs typeface="Arial"/>
              </a:defRPr>
            </a:lvl8pPr>
            <a:lvl9pPr>
              <a:defRPr sz="2100" b="0">
                <a:solidFill>
                  <a:srgbClr val="5F6D72"/>
                </a:solidFill>
                <a:latin typeface="Arial"/>
                <a:ea typeface="Arial"/>
                <a:cs typeface="Arial"/>
              </a:defRPr>
            </a:lvl9pPr>
          </a:lstStyle>
          <a:p xmlns:a="http://schemas.openxmlformats.org/drawingml/2006/main">
            <a:pPr>
              <a:defRPr sz="2100" b="0">
                <a:solidFill>
                  <a:srgbClr val="5F6D72"/>
                </a:solidFill>
                <a:latin typeface="Arial"/>
                <a:ea typeface="Arial"/>
                <a:cs typeface="Arial"/>
              </a:defRPr>
            </a:pPr>
            <a:r>
              <a:rPr sz="2100" b="0">
                <a:solidFill>
                  <a:srgbClr val="5F6D72"/>
                </a:solidFill>
                <a:latin typeface="Arial"/>
                <a:ea typeface="Arial"/>
                <a:cs typeface="Arial"/>
              </a:rPr>
              <a:t>Inspect the passage and original source.</a:t>
            </a:r>
          </a:p>
          <a:p xmlns:a="http://schemas.openxmlformats.org/drawingml/2006/main">
            <a:pPr>
              <a:defRPr sz="2100" b="0">
                <a:solidFill>
                  <a:srgbClr val="5F6D72"/>
                </a:solidFill>
                <a:latin typeface="Arial"/>
                <a:ea typeface="Arial"/>
                <a:cs typeface="Arial"/>
              </a:defRPr>
            </a:pPr>
            <a:r>
              <a:rPr sz="2100" b="0">
                <a:solidFill>
                  <a:srgbClr val="5F6D72"/>
                </a:solidFill>
                <a:latin typeface="Arial"/>
                <a:ea typeface="Arial"/>
                <a:cs typeface="Arial"/>
              </a:rPr>
              <a:t>Follow up without repeating the topic.</a:t>
            </a:r>
          </a:p>
        </p:txBody>
      </p:sp>
      <p:pic>
        <p:nvPicPr>
          <p:cNvPr id="8" name="">
            <a:extLst xmlns:a="http://schemas.openxmlformats.org/drawingml/2006/main">
              <a:ext uri="{FF2B5EF4-FFF2-40B4-BE49-F238E27FC236}">
                <a16:creationId xmlns:a16="http://schemas.microsoft.com/office/drawing/2014/main" id="{C9F17D2C-0379-4DDE-A2FB-54C13E67CDF1}"/>
              </a:ext>
            </a:extLst>
          </p:cNvPr>
          <p:cNvPicPr>
            <a:picLocks xmlns:a="http://schemas.openxmlformats.org/drawingml/2006/main" noChangeAspect="1"/>
          </p:cNvPicPr>
          <p:nvPr/>
        </p:nvPicPr>
        <p:blipFill>
          <a:blip xmlns:r="http://schemas.openxmlformats.org/officeDocument/2006/relationships" xmlns:a="http://schemas.openxmlformats.org/drawingml/2006/main" r:embed="R6218e6ccb64547f3"/>
          <a:stretch xmlns:a="http://schemas.openxmlformats.org/drawingml/2006/main"/>
        </p:blipFill>
        <p:spPr>
          <a:xfrm xmlns:a="http://schemas.openxmlformats.org/drawingml/2006/main">
            <a:off x="9623182" y="2105025"/>
            <a:ext cx="1280012" cy="3924300"/>
          </a:xfrm>
          <a:prstGeom xmlns:a="http://schemas.openxmlformats.org/drawingml/2006/main" prst="rect">
            <a:avLst/>
          </a:prstGeom>
        </p:spPr>
      </p:pic>
    </p:spTree>
    <p:extLst>
      <p:ext uri="{BB962C8B-B14F-4D97-AF65-F5344CB8AC3E}">
        <p14:creationId xmlns:p14="http://schemas.microsoft.com/office/powerpoint/2010/main" val="520704111"/>
      </p:ext>
    </p:extLst>
  </p:cSld>
</p:sld>
</file>

<file path=ppt/slides/slide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278608-FB94-4084-ACD4-5B0AE09963E2}"/>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76B64"/>
                </a:solidFill>
                <a:latin typeface="Arial"/>
                <a:ea typeface="Arial"/>
                <a:cs typeface="Arial"/>
              </a:defRPr>
            </a:defPPr>
            <a:lvl1pPr>
              <a:defRPr sz="1350" b="1">
                <a:solidFill>
                  <a:srgbClr val="176B64"/>
                </a:solidFill>
                <a:latin typeface="Arial"/>
                <a:ea typeface="Arial"/>
                <a:cs typeface="Arial"/>
              </a:defRPr>
            </a:lvl1pPr>
            <a:lvl2pPr>
              <a:defRPr sz="1350" b="1">
                <a:solidFill>
                  <a:srgbClr val="176B64"/>
                </a:solidFill>
                <a:latin typeface="Arial"/>
                <a:ea typeface="Arial"/>
                <a:cs typeface="Arial"/>
              </a:defRPr>
            </a:lvl2pPr>
            <a:lvl3pPr>
              <a:defRPr sz="1350" b="1">
                <a:solidFill>
                  <a:srgbClr val="176B64"/>
                </a:solidFill>
                <a:latin typeface="Arial"/>
                <a:ea typeface="Arial"/>
                <a:cs typeface="Arial"/>
              </a:defRPr>
            </a:lvl3pPr>
            <a:lvl4pPr>
              <a:defRPr sz="1350" b="1">
                <a:solidFill>
                  <a:srgbClr val="176B64"/>
                </a:solidFill>
                <a:latin typeface="Arial"/>
                <a:ea typeface="Arial"/>
                <a:cs typeface="Arial"/>
              </a:defRPr>
            </a:lvl4pPr>
            <a:lvl5pPr>
              <a:defRPr sz="1350" b="1">
                <a:solidFill>
                  <a:srgbClr val="176B64"/>
                </a:solidFill>
                <a:latin typeface="Arial"/>
                <a:ea typeface="Arial"/>
                <a:cs typeface="Arial"/>
              </a:defRPr>
            </a:lvl5pPr>
            <a:lvl6pPr>
              <a:defRPr sz="1350" b="1">
                <a:solidFill>
                  <a:srgbClr val="176B64"/>
                </a:solidFill>
                <a:latin typeface="Arial"/>
                <a:ea typeface="Arial"/>
                <a:cs typeface="Arial"/>
              </a:defRPr>
            </a:lvl6pPr>
            <a:lvl7pPr>
              <a:defRPr sz="1350" b="1">
                <a:solidFill>
                  <a:srgbClr val="176B64"/>
                </a:solidFill>
                <a:latin typeface="Arial"/>
                <a:ea typeface="Arial"/>
                <a:cs typeface="Arial"/>
              </a:defRPr>
            </a:lvl7pPr>
            <a:lvl8pPr>
              <a:defRPr sz="1350" b="1">
                <a:solidFill>
                  <a:srgbClr val="176B64"/>
                </a:solidFill>
                <a:latin typeface="Arial"/>
                <a:ea typeface="Arial"/>
                <a:cs typeface="Arial"/>
              </a:defRPr>
            </a:lvl8pPr>
            <a:lvl9pPr>
              <a:defRPr sz="1350" b="1">
                <a:solidFill>
                  <a:srgbClr val="176B64"/>
                </a:solidFill>
                <a:latin typeface="Arial"/>
                <a:ea typeface="Arial"/>
                <a:cs typeface="Arial"/>
              </a:defRPr>
            </a:lvl9pPr>
          </a:lstStyle>
          <a:p xmlns:a="http://schemas.openxmlformats.org/drawingml/2006/main">
            <a:pPr>
              <a:defRPr sz="1350" b="1">
                <a:solidFill>
                  <a:srgbClr val="176B64"/>
                </a:solidFill>
                <a:latin typeface="Arial"/>
                <a:ea typeface="Arial"/>
                <a:cs typeface="Arial"/>
              </a:defRPr>
            </a:pPr>
            <a:r>
              <a:rPr sz="1350" b="1">
                <a:solidFill>
                  <a:srgbClr val="176B64"/>
                </a:solidFill>
                <a:latin typeface="Arial"/>
                <a:ea typeface="Arial"/>
                <a:cs typeface="Arial"/>
              </a:rPr>
              <a:t>04  IMPLEMENTATION  /  COMPLETE</a:t>
            </a:r>
          </a:p>
        </p:txBody>
      </p:sp>
      <p:sp>
        <p:nvSpPr>
          <p:cNvPr id="2" name="">
            <a:extLst xmlns:a="http://schemas.openxmlformats.org/drawingml/2006/main">
              <a:ext uri="{FF2B5EF4-FFF2-40B4-BE49-F238E27FC236}">
                <a16:creationId xmlns:a16="http://schemas.microsoft.com/office/drawing/2014/main" id="{34DFFBCB-CCAD-4C9D-A14C-0A685B6F97CB}"/>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42B35"/>
                </a:solidFill>
                <a:latin typeface="Arial"/>
                <a:ea typeface="Arial"/>
                <a:cs typeface="Arial"/>
              </a:defRPr>
            </a:defPPr>
            <a:lvl1pPr>
              <a:defRPr sz="3675" b="1">
                <a:solidFill>
                  <a:srgbClr val="142B35"/>
                </a:solidFill>
                <a:latin typeface="Arial"/>
                <a:ea typeface="Arial"/>
                <a:cs typeface="Arial"/>
              </a:defRPr>
            </a:lvl1pPr>
            <a:lvl2pPr>
              <a:defRPr sz="3675" b="1">
                <a:solidFill>
                  <a:srgbClr val="142B35"/>
                </a:solidFill>
                <a:latin typeface="Arial"/>
                <a:ea typeface="Arial"/>
                <a:cs typeface="Arial"/>
              </a:defRPr>
            </a:lvl2pPr>
            <a:lvl3pPr>
              <a:defRPr sz="3675" b="1">
                <a:solidFill>
                  <a:srgbClr val="142B35"/>
                </a:solidFill>
                <a:latin typeface="Arial"/>
                <a:ea typeface="Arial"/>
                <a:cs typeface="Arial"/>
              </a:defRPr>
            </a:lvl3pPr>
            <a:lvl4pPr>
              <a:defRPr sz="3675" b="1">
                <a:solidFill>
                  <a:srgbClr val="142B35"/>
                </a:solidFill>
                <a:latin typeface="Arial"/>
                <a:ea typeface="Arial"/>
                <a:cs typeface="Arial"/>
              </a:defRPr>
            </a:lvl4pPr>
            <a:lvl5pPr>
              <a:defRPr sz="3675" b="1">
                <a:solidFill>
                  <a:srgbClr val="142B35"/>
                </a:solidFill>
                <a:latin typeface="Arial"/>
                <a:ea typeface="Arial"/>
                <a:cs typeface="Arial"/>
              </a:defRPr>
            </a:lvl5pPr>
            <a:lvl6pPr>
              <a:defRPr sz="3675" b="1">
                <a:solidFill>
                  <a:srgbClr val="142B35"/>
                </a:solidFill>
                <a:latin typeface="Arial"/>
                <a:ea typeface="Arial"/>
                <a:cs typeface="Arial"/>
              </a:defRPr>
            </a:lvl6pPr>
            <a:lvl7pPr>
              <a:defRPr sz="3675" b="1">
                <a:solidFill>
                  <a:srgbClr val="142B35"/>
                </a:solidFill>
                <a:latin typeface="Arial"/>
                <a:ea typeface="Arial"/>
                <a:cs typeface="Arial"/>
              </a:defRPr>
            </a:lvl7pPr>
            <a:lvl8pPr>
              <a:defRPr sz="3675" b="1">
                <a:solidFill>
                  <a:srgbClr val="142B35"/>
                </a:solidFill>
                <a:latin typeface="Arial"/>
                <a:ea typeface="Arial"/>
                <a:cs typeface="Arial"/>
              </a:defRPr>
            </a:lvl8pPr>
            <a:lvl9pPr>
              <a:defRPr sz="3675" b="1">
                <a:solidFill>
                  <a:srgbClr val="142B35"/>
                </a:solidFill>
                <a:latin typeface="Arial"/>
                <a:ea typeface="Arial"/>
                <a:cs typeface="Arial"/>
              </a:defRPr>
            </a:lvl9pPr>
          </a:lstStyle>
          <a:p xmlns:a="http://schemas.openxmlformats.org/drawingml/2006/main">
            <a:pPr>
              <a:defRPr sz="3675" b="1">
                <a:solidFill>
                  <a:srgbClr val="142B35"/>
                </a:solidFill>
                <a:latin typeface="Arial"/>
                <a:ea typeface="Arial"/>
                <a:cs typeface="Arial"/>
              </a:defRPr>
            </a:pPr>
            <a:r>
              <a:rPr sz="3675" b="1">
                <a:solidFill>
                  <a:srgbClr val="142B35"/>
                </a:solidFill>
                <a:latin typeface="Arial"/>
                <a:ea typeface="Arial"/>
                <a:cs typeface="Arial"/>
              </a:rPr>
              <a:t>Two accounts, with saved conversations</a:t>
            </a:r>
          </a:p>
        </p:txBody>
      </p:sp>
      <p:sp>
        <p:nvSpPr>
          <p:cNvPr id="3" name="">
            <a:extLst xmlns:a="http://schemas.openxmlformats.org/drawingml/2006/main">
              <a:ext uri="{FF2B5EF4-FFF2-40B4-BE49-F238E27FC236}">
                <a16:creationId xmlns:a16="http://schemas.microsoft.com/office/drawing/2014/main" id="{E6BE918E-D178-402A-9B69-441CAADC1686}"/>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D72"/>
                </a:solidFill>
                <a:latin typeface="Arial"/>
                <a:ea typeface="Arial"/>
                <a:cs typeface="Arial"/>
              </a:defRPr>
            </a:defPPr>
            <a:lvl1pPr>
              <a:defRPr sz="975" b="0">
                <a:solidFill>
                  <a:srgbClr val="5F6D72"/>
                </a:solidFill>
                <a:latin typeface="Arial"/>
                <a:ea typeface="Arial"/>
                <a:cs typeface="Arial"/>
              </a:defRPr>
            </a:lvl1pPr>
            <a:lvl2pPr>
              <a:defRPr sz="975" b="0">
                <a:solidFill>
                  <a:srgbClr val="5F6D72"/>
                </a:solidFill>
                <a:latin typeface="Arial"/>
                <a:ea typeface="Arial"/>
                <a:cs typeface="Arial"/>
              </a:defRPr>
            </a:lvl2pPr>
            <a:lvl3pPr>
              <a:defRPr sz="975" b="0">
                <a:solidFill>
                  <a:srgbClr val="5F6D72"/>
                </a:solidFill>
                <a:latin typeface="Arial"/>
                <a:ea typeface="Arial"/>
                <a:cs typeface="Arial"/>
              </a:defRPr>
            </a:lvl3pPr>
            <a:lvl4pPr>
              <a:defRPr sz="975" b="0">
                <a:solidFill>
                  <a:srgbClr val="5F6D72"/>
                </a:solidFill>
                <a:latin typeface="Arial"/>
                <a:ea typeface="Arial"/>
                <a:cs typeface="Arial"/>
              </a:defRPr>
            </a:lvl4pPr>
            <a:lvl5pPr>
              <a:defRPr sz="975" b="0">
                <a:solidFill>
                  <a:srgbClr val="5F6D72"/>
                </a:solidFill>
                <a:latin typeface="Arial"/>
                <a:ea typeface="Arial"/>
                <a:cs typeface="Arial"/>
              </a:defRPr>
            </a:lvl5pPr>
            <a:lvl6pPr>
              <a:defRPr sz="975" b="0">
                <a:solidFill>
                  <a:srgbClr val="5F6D72"/>
                </a:solidFill>
                <a:latin typeface="Arial"/>
                <a:ea typeface="Arial"/>
                <a:cs typeface="Arial"/>
              </a:defRPr>
            </a:lvl6pPr>
            <a:lvl7pPr>
              <a:defRPr sz="975" b="0">
                <a:solidFill>
                  <a:srgbClr val="5F6D72"/>
                </a:solidFill>
                <a:latin typeface="Arial"/>
                <a:ea typeface="Arial"/>
                <a:cs typeface="Arial"/>
              </a:defRPr>
            </a:lvl7pPr>
            <a:lvl8pPr>
              <a:defRPr sz="975" b="0">
                <a:solidFill>
                  <a:srgbClr val="5F6D72"/>
                </a:solidFill>
                <a:latin typeface="Arial"/>
                <a:ea typeface="Arial"/>
                <a:cs typeface="Arial"/>
              </a:defRPr>
            </a:lvl8pPr>
            <a:lvl9pPr>
              <a:defRPr sz="975" b="0">
                <a:solidFill>
                  <a:srgbClr val="5F6D72"/>
                </a:solidFill>
                <a:latin typeface="Arial"/>
                <a:ea typeface="Arial"/>
                <a:cs typeface="Arial"/>
              </a:defRPr>
            </a:lvl9pPr>
          </a:lstStyle>
          <a:p xmlns:a="http://schemas.openxmlformats.org/drawingml/2006/main">
            <a:pPr>
              <a:defRPr sz="975" b="0">
                <a:solidFill>
                  <a:srgbClr val="5F6D72"/>
                </a:solidFill>
                <a:latin typeface="Arial"/>
                <a:ea typeface="Arial"/>
                <a:cs typeface="Arial"/>
              </a:defRPr>
            </a:pPr>
            <a:r>
              <a:rPr sz="975" b="0">
                <a:solidFill>
                  <a:srgbClr val="5F6D72"/>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C549296C-BFAF-4BA2-91D0-2801E257DACF}"/>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B64"/>
                </a:solidFill>
                <a:latin typeface="Arial"/>
                <a:ea typeface="Arial"/>
                <a:cs typeface="Arial"/>
              </a:defRPr>
            </a:defPPr>
            <a:lvl1pPr>
              <a:defRPr sz="1500" b="1">
                <a:solidFill>
                  <a:srgbClr val="176B64"/>
                </a:solidFill>
                <a:latin typeface="Arial"/>
                <a:ea typeface="Arial"/>
                <a:cs typeface="Arial"/>
              </a:defRPr>
            </a:lvl1pPr>
            <a:lvl2pPr>
              <a:defRPr sz="1500" b="1">
                <a:solidFill>
                  <a:srgbClr val="176B64"/>
                </a:solidFill>
                <a:latin typeface="Arial"/>
                <a:ea typeface="Arial"/>
                <a:cs typeface="Arial"/>
              </a:defRPr>
            </a:lvl2pPr>
            <a:lvl3pPr>
              <a:defRPr sz="1500" b="1">
                <a:solidFill>
                  <a:srgbClr val="176B64"/>
                </a:solidFill>
                <a:latin typeface="Arial"/>
                <a:ea typeface="Arial"/>
                <a:cs typeface="Arial"/>
              </a:defRPr>
            </a:lvl3pPr>
            <a:lvl4pPr>
              <a:defRPr sz="1500" b="1">
                <a:solidFill>
                  <a:srgbClr val="176B64"/>
                </a:solidFill>
                <a:latin typeface="Arial"/>
                <a:ea typeface="Arial"/>
                <a:cs typeface="Arial"/>
              </a:defRPr>
            </a:lvl4pPr>
            <a:lvl5pPr>
              <a:defRPr sz="1500" b="1">
                <a:solidFill>
                  <a:srgbClr val="176B64"/>
                </a:solidFill>
                <a:latin typeface="Arial"/>
                <a:ea typeface="Arial"/>
                <a:cs typeface="Arial"/>
              </a:defRPr>
            </a:lvl5pPr>
            <a:lvl6pPr>
              <a:defRPr sz="1500" b="1">
                <a:solidFill>
                  <a:srgbClr val="176B64"/>
                </a:solidFill>
                <a:latin typeface="Arial"/>
                <a:ea typeface="Arial"/>
                <a:cs typeface="Arial"/>
              </a:defRPr>
            </a:lvl6pPr>
            <a:lvl7pPr>
              <a:defRPr sz="1500" b="1">
                <a:solidFill>
                  <a:srgbClr val="176B64"/>
                </a:solidFill>
                <a:latin typeface="Arial"/>
                <a:ea typeface="Arial"/>
                <a:cs typeface="Arial"/>
              </a:defRPr>
            </a:lvl7pPr>
            <a:lvl8pPr>
              <a:defRPr sz="1500" b="1">
                <a:solidFill>
                  <a:srgbClr val="176B64"/>
                </a:solidFill>
                <a:latin typeface="Arial"/>
                <a:ea typeface="Arial"/>
                <a:cs typeface="Arial"/>
              </a:defRPr>
            </a:lvl8pPr>
            <a:lvl9pPr>
              <a:defRPr sz="1500" b="1">
                <a:solidFill>
                  <a:srgbClr val="176B64"/>
                </a:solidFill>
                <a:latin typeface="Arial"/>
                <a:ea typeface="Arial"/>
                <a:cs typeface="Arial"/>
              </a:defRPr>
            </a:lvl9pPr>
          </a:lstStyle>
          <a:p xmlns:a="http://schemas.openxmlformats.org/drawingml/2006/main">
            <a:pPr>
              <a:defRPr sz="1500" b="1">
                <a:solidFill>
                  <a:srgbClr val="176B64"/>
                </a:solidFill>
                <a:latin typeface="Arial"/>
                <a:ea typeface="Arial"/>
                <a:cs typeface="Arial"/>
              </a:defRPr>
            </a:pPr>
            <a:r>
              <a:rPr sz="1500" b="1">
                <a:solidFill>
                  <a:srgbClr val="176B6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94CE29CD-68B0-4568-994B-6A7A41F7920B}"/>
              </a:ext>
            </a:extLst>
          </p:cNvPr>
          <p:cNvSpPr>
            <a:spLocks xmlns:a="http://schemas.openxmlformats.org/drawingml/2006/main" noGrp="1"/>
          </p:cNvSpPr>
          <p:nvPr/>
        </p:nvSpPr>
        <p:spPr>
          <a:xfrm xmlns:a="http://schemas.openxmlformats.org/drawingml/2006/main">
            <a:off x="609600" y="23145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6B64"/>
                </a:solidFill>
                <a:latin typeface="Arial"/>
                <a:ea typeface="Arial"/>
                <a:cs typeface="Arial"/>
              </a:defRPr>
            </a:defPPr>
            <a:lvl1pPr>
              <a:defRPr sz="3000" b="1">
                <a:solidFill>
                  <a:srgbClr val="176B64"/>
                </a:solidFill>
                <a:latin typeface="Arial"/>
                <a:ea typeface="Arial"/>
                <a:cs typeface="Arial"/>
              </a:defRPr>
            </a:lvl1pPr>
            <a:lvl2pPr>
              <a:defRPr sz="3000" b="1">
                <a:solidFill>
                  <a:srgbClr val="176B64"/>
                </a:solidFill>
                <a:latin typeface="Arial"/>
                <a:ea typeface="Arial"/>
                <a:cs typeface="Arial"/>
              </a:defRPr>
            </a:lvl2pPr>
            <a:lvl3pPr>
              <a:defRPr sz="3000" b="1">
                <a:solidFill>
                  <a:srgbClr val="176B64"/>
                </a:solidFill>
                <a:latin typeface="Arial"/>
                <a:ea typeface="Arial"/>
                <a:cs typeface="Arial"/>
              </a:defRPr>
            </a:lvl3pPr>
            <a:lvl4pPr>
              <a:defRPr sz="3000" b="1">
                <a:solidFill>
                  <a:srgbClr val="176B64"/>
                </a:solidFill>
                <a:latin typeface="Arial"/>
                <a:ea typeface="Arial"/>
                <a:cs typeface="Arial"/>
              </a:defRPr>
            </a:lvl4pPr>
            <a:lvl5pPr>
              <a:defRPr sz="3000" b="1">
                <a:solidFill>
                  <a:srgbClr val="176B64"/>
                </a:solidFill>
                <a:latin typeface="Arial"/>
                <a:ea typeface="Arial"/>
                <a:cs typeface="Arial"/>
              </a:defRPr>
            </a:lvl5pPr>
            <a:lvl6pPr>
              <a:defRPr sz="3000" b="1">
                <a:solidFill>
                  <a:srgbClr val="176B64"/>
                </a:solidFill>
                <a:latin typeface="Arial"/>
                <a:ea typeface="Arial"/>
                <a:cs typeface="Arial"/>
              </a:defRPr>
            </a:lvl6pPr>
            <a:lvl7pPr>
              <a:defRPr sz="3000" b="1">
                <a:solidFill>
                  <a:srgbClr val="176B64"/>
                </a:solidFill>
                <a:latin typeface="Arial"/>
                <a:ea typeface="Arial"/>
                <a:cs typeface="Arial"/>
              </a:defRPr>
            </a:lvl7pPr>
            <a:lvl8pPr>
              <a:defRPr sz="3000" b="1">
                <a:solidFill>
                  <a:srgbClr val="176B64"/>
                </a:solidFill>
                <a:latin typeface="Arial"/>
                <a:ea typeface="Arial"/>
                <a:cs typeface="Arial"/>
              </a:defRPr>
            </a:lvl8pPr>
            <a:lvl9pPr>
              <a:defRPr sz="3000" b="1">
                <a:solidFill>
                  <a:srgbClr val="176B64"/>
                </a:solidFill>
                <a:latin typeface="Arial"/>
                <a:ea typeface="Arial"/>
                <a:cs typeface="Arial"/>
              </a:defRPr>
            </a:lvl9pPr>
          </a:lstStyle>
          <a:p xmlns:a="http://schemas.openxmlformats.org/drawingml/2006/main">
            <a:pPr>
              <a:defRPr sz="3000" b="1">
                <a:solidFill>
                  <a:srgbClr val="176B64"/>
                </a:solidFill>
                <a:latin typeface="Arial"/>
                <a:ea typeface="Arial"/>
                <a:cs typeface="Arial"/>
              </a:defRPr>
            </a:pPr>
            <a:r>
              <a:rPr sz="3000" b="1">
                <a:solidFill>
                  <a:srgbClr val="176B64"/>
                </a:solidFill>
                <a:latin typeface="Arial"/>
                <a:ea typeface="Arial"/>
                <a:cs typeface="Arial"/>
              </a:rPr>
              <a:t>Student</a:t>
            </a:r>
          </a:p>
        </p:txBody>
      </p:sp>
      <p:sp>
        <p:nvSpPr>
          <p:cNvPr id="6" name="">
            <a:extLst xmlns:a="http://schemas.openxmlformats.org/drawingml/2006/main">
              <a:ext uri="{FF2B5EF4-FFF2-40B4-BE49-F238E27FC236}">
                <a16:creationId xmlns:a16="http://schemas.microsoft.com/office/drawing/2014/main" id="{65909F52-7D3E-4863-9D4F-B6B2738D6713}"/>
              </a:ext>
            </a:extLst>
          </p:cNvPr>
          <p:cNvSpPr>
            <a:spLocks xmlns:a="http://schemas.openxmlformats.org/drawingml/2006/main" noGrp="1"/>
          </p:cNvSpPr>
          <p:nvPr/>
        </p:nvSpPr>
        <p:spPr>
          <a:xfrm xmlns:a="http://schemas.openxmlformats.org/drawingml/2006/main">
            <a:off x="609600" y="3152775"/>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5"/>
                </a:solidFill>
                <a:latin typeface="Arial"/>
                <a:ea typeface="Arial"/>
                <a:cs typeface="Arial"/>
              </a:defRPr>
            </a:defPPr>
            <a:lvl1pPr>
              <a:defRPr sz="2250" b="0">
                <a:solidFill>
                  <a:srgbClr val="142B35"/>
                </a:solidFill>
                <a:latin typeface="Arial"/>
                <a:ea typeface="Arial"/>
                <a:cs typeface="Arial"/>
              </a:defRPr>
            </a:lvl1pPr>
            <a:lvl2pPr>
              <a:defRPr sz="2250" b="0">
                <a:solidFill>
                  <a:srgbClr val="142B35"/>
                </a:solidFill>
                <a:latin typeface="Arial"/>
                <a:ea typeface="Arial"/>
                <a:cs typeface="Arial"/>
              </a:defRPr>
            </a:lvl2pPr>
            <a:lvl3pPr>
              <a:defRPr sz="2250" b="0">
                <a:solidFill>
                  <a:srgbClr val="142B35"/>
                </a:solidFill>
                <a:latin typeface="Arial"/>
                <a:ea typeface="Arial"/>
                <a:cs typeface="Arial"/>
              </a:defRPr>
            </a:lvl3pPr>
            <a:lvl4pPr>
              <a:defRPr sz="2250" b="0">
                <a:solidFill>
                  <a:srgbClr val="142B35"/>
                </a:solidFill>
                <a:latin typeface="Arial"/>
                <a:ea typeface="Arial"/>
                <a:cs typeface="Arial"/>
              </a:defRPr>
            </a:lvl4pPr>
            <a:lvl5pPr>
              <a:defRPr sz="2250" b="0">
                <a:solidFill>
                  <a:srgbClr val="142B35"/>
                </a:solidFill>
                <a:latin typeface="Arial"/>
                <a:ea typeface="Arial"/>
                <a:cs typeface="Arial"/>
              </a:defRPr>
            </a:lvl5pPr>
            <a:lvl6pPr>
              <a:defRPr sz="2250" b="0">
                <a:solidFill>
                  <a:srgbClr val="142B35"/>
                </a:solidFill>
                <a:latin typeface="Arial"/>
                <a:ea typeface="Arial"/>
                <a:cs typeface="Arial"/>
              </a:defRPr>
            </a:lvl6pPr>
            <a:lvl7pPr>
              <a:defRPr sz="2250" b="0">
                <a:solidFill>
                  <a:srgbClr val="142B35"/>
                </a:solidFill>
                <a:latin typeface="Arial"/>
                <a:ea typeface="Arial"/>
                <a:cs typeface="Arial"/>
              </a:defRPr>
            </a:lvl7pPr>
            <a:lvl8pPr>
              <a:defRPr sz="2250" b="0">
                <a:solidFill>
                  <a:srgbClr val="142B35"/>
                </a:solidFill>
                <a:latin typeface="Arial"/>
                <a:ea typeface="Arial"/>
                <a:cs typeface="Arial"/>
              </a:defRPr>
            </a:lvl8pPr>
            <a:lvl9pPr>
              <a:defRPr sz="2250" b="0">
                <a:solidFill>
                  <a:srgbClr val="142B35"/>
                </a:solidFill>
                <a:latin typeface="Arial"/>
                <a:ea typeface="Arial"/>
                <a:cs typeface="Arial"/>
              </a:defRPr>
            </a:lvl9pPr>
          </a:lstStyle>
          <a:p xmlns:a="http://schemas.openxmlformats.org/drawingml/2006/main">
            <a:pPr>
              <a:defRPr sz="2250" b="0">
                <a:solidFill>
                  <a:srgbClr val="142B35"/>
                </a:solidFill>
                <a:latin typeface="Arial"/>
                <a:ea typeface="Arial"/>
                <a:cs typeface="Arial"/>
              </a:defRPr>
            </a:pPr>
            <a:r>
              <a:rPr sz="2250" b="0">
                <a:solidFill>
                  <a:srgbClr val="142B35"/>
                </a:solidFill>
                <a:latin typeface="Arial"/>
                <a:ea typeface="Arial"/>
                <a:cs typeface="Arial"/>
              </a:rPr>
              <a:t>Ask the AI assistant</a:t>
            </a:r>
          </a:p>
          <a:p xmlns:a="http://schemas.openxmlformats.org/drawingml/2006/main">
            <a:pPr>
              <a:defRPr sz="2250" b="0">
                <a:solidFill>
                  <a:srgbClr val="142B35"/>
                </a:solidFill>
                <a:latin typeface="Arial"/>
                <a:ea typeface="Arial"/>
                <a:cs typeface="Arial"/>
              </a:defRPr>
            </a:pPr>
            <a:r>
              <a:rPr sz="2250" b="0">
                <a:solidFill>
                  <a:srgbClr val="142B35"/>
                </a:solidFill>
                <a:latin typeface="Arial"/>
                <a:ea typeface="Arial"/>
                <a:cs typeface="Arial"/>
              </a:rPr>
              <a:t>Start or resume a conversation</a:t>
            </a:r>
          </a:p>
          <a:p xmlns:a="http://schemas.openxmlformats.org/drawingml/2006/main">
            <a:pPr>
              <a:defRPr sz="2250" b="0">
                <a:solidFill>
                  <a:srgbClr val="142B35"/>
                </a:solidFill>
                <a:latin typeface="Arial"/>
                <a:ea typeface="Arial"/>
                <a:cs typeface="Arial"/>
              </a:defRPr>
            </a:pPr>
            <a:r>
              <a:rPr sz="2250" b="0">
                <a:solidFill>
                  <a:srgbClr val="142B35"/>
                </a:solidFill>
                <a:latin typeface="Arial"/>
                <a:ea typeface="Arial"/>
                <a:cs typeface="Arial"/>
              </a:rPr>
              <a:t>Return to history after signing in</a:t>
            </a:r>
          </a:p>
        </p:txBody>
      </p:sp>
      <p:sp>
        <p:nvSpPr>
          <p:cNvPr id="7" name="">
            <a:extLst xmlns:a="http://schemas.openxmlformats.org/drawingml/2006/main">
              <a:ext uri="{FF2B5EF4-FFF2-40B4-BE49-F238E27FC236}">
                <a16:creationId xmlns:a16="http://schemas.microsoft.com/office/drawing/2014/main" id="{0E474522-B31A-48FB-B739-2055BC1AE959}"/>
              </a:ext>
            </a:extLst>
          </p:cNvPr>
          <p:cNvSpPr>
            <a:spLocks xmlns:a="http://schemas.openxmlformats.org/drawingml/2006/main" noGrp="1"/>
          </p:cNvSpPr>
          <p:nvPr/>
        </p:nvSpPr>
        <p:spPr>
          <a:xfrm xmlns:a="http://schemas.openxmlformats.org/drawingml/2006/main">
            <a:off x="6486525" y="23145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6B64"/>
                </a:solidFill>
                <a:latin typeface="Arial"/>
                <a:ea typeface="Arial"/>
                <a:cs typeface="Arial"/>
              </a:defRPr>
            </a:defPPr>
            <a:lvl1pPr>
              <a:defRPr sz="3000" b="1">
                <a:solidFill>
                  <a:srgbClr val="176B64"/>
                </a:solidFill>
                <a:latin typeface="Arial"/>
                <a:ea typeface="Arial"/>
                <a:cs typeface="Arial"/>
              </a:defRPr>
            </a:lvl1pPr>
            <a:lvl2pPr>
              <a:defRPr sz="3000" b="1">
                <a:solidFill>
                  <a:srgbClr val="176B64"/>
                </a:solidFill>
                <a:latin typeface="Arial"/>
                <a:ea typeface="Arial"/>
                <a:cs typeface="Arial"/>
              </a:defRPr>
            </a:lvl2pPr>
            <a:lvl3pPr>
              <a:defRPr sz="3000" b="1">
                <a:solidFill>
                  <a:srgbClr val="176B64"/>
                </a:solidFill>
                <a:latin typeface="Arial"/>
                <a:ea typeface="Arial"/>
                <a:cs typeface="Arial"/>
              </a:defRPr>
            </a:lvl3pPr>
            <a:lvl4pPr>
              <a:defRPr sz="3000" b="1">
                <a:solidFill>
                  <a:srgbClr val="176B64"/>
                </a:solidFill>
                <a:latin typeface="Arial"/>
                <a:ea typeface="Arial"/>
                <a:cs typeface="Arial"/>
              </a:defRPr>
            </a:lvl4pPr>
            <a:lvl5pPr>
              <a:defRPr sz="3000" b="1">
                <a:solidFill>
                  <a:srgbClr val="176B64"/>
                </a:solidFill>
                <a:latin typeface="Arial"/>
                <a:ea typeface="Arial"/>
                <a:cs typeface="Arial"/>
              </a:defRPr>
            </a:lvl5pPr>
            <a:lvl6pPr>
              <a:defRPr sz="3000" b="1">
                <a:solidFill>
                  <a:srgbClr val="176B64"/>
                </a:solidFill>
                <a:latin typeface="Arial"/>
                <a:ea typeface="Arial"/>
                <a:cs typeface="Arial"/>
              </a:defRPr>
            </a:lvl6pPr>
            <a:lvl7pPr>
              <a:defRPr sz="3000" b="1">
                <a:solidFill>
                  <a:srgbClr val="176B64"/>
                </a:solidFill>
                <a:latin typeface="Arial"/>
                <a:ea typeface="Arial"/>
                <a:cs typeface="Arial"/>
              </a:defRPr>
            </a:lvl7pPr>
            <a:lvl8pPr>
              <a:defRPr sz="3000" b="1">
                <a:solidFill>
                  <a:srgbClr val="176B64"/>
                </a:solidFill>
                <a:latin typeface="Arial"/>
                <a:ea typeface="Arial"/>
                <a:cs typeface="Arial"/>
              </a:defRPr>
            </a:lvl8pPr>
            <a:lvl9pPr>
              <a:defRPr sz="3000" b="1">
                <a:solidFill>
                  <a:srgbClr val="176B64"/>
                </a:solidFill>
                <a:latin typeface="Arial"/>
                <a:ea typeface="Arial"/>
                <a:cs typeface="Arial"/>
              </a:defRPr>
            </a:lvl9pPr>
          </a:lstStyle>
          <a:p xmlns:a="http://schemas.openxmlformats.org/drawingml/2006/main">
            <a:pPr>
              <a:defRPr sz="3000" b="1">
                <a:solidFill>
                  <a:srgbClr val="176B64"/>
                </a:solidFill>
                <a:latin typeface="Arial"/>
                <a:ea typeface="Arial"/>
                <a:cs typeface="Arial"/>
              </a:defRPr>
            </a:pPr>
            <a:r>
              <a:rPr sz="3000" b="1">
                <a:solidFill>
                  <a:srgbClr val="176B64"/>
                </a:solidFill>
                <a:latin typeface="Arial"/>
                <a:ea typeface="Arial"/>
                <a:cs typeface="Arial"/>
              </a:rPr>
              <a:t>Staff</a:t>
            </a:r>
          </a:p>
        </p:txBody>
      </p:sp>
      <p:sp>
        <p:nvSpPr>
          <p:cNvPr id="8" name="">
            <a:extLst xmlns:a="http://schemas.openxmlformats.org/drawingml/2006/main">
              <a:ext uri="{FF2B5EF4-FFF2-40B4-BE49-F238E27FC236}">
                <a16:creationId xmlns:a16="http://schemas.microsoft.com/office/drawing/2014/main" id="{D0B9789B-E983-4841-B01A-3B72FB38B053}"/>
              </a:ext>
            </a:extLst>
          </p:cNvPr>
          <p:cNvSpPr>
            <a:spLocks xmlns:a="http://schemas.openxmlformats.org/drawingml/2006/main" noGrp="1"/>
          </p:cNvSpPr>
          <p:nvPr/>
        </p:nvSpPr>
        <p:spPr>
          <a:xfrm xmlns:a="http://schemas.openxmlformats.org/drawingml/2006/main">
            <a:off x="6486525" y="3152775"/>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5"/>
                </a:solidFill>
                <a:latin typeface="Arial"/>
                <a:ea typeface="Arial"/>
                <a:cs typeface="Arial"/>
              </a:defRPr>
            </a:defPPr>
            <a:lvl1pPr>
              <a:defRPr sz="2250" b="0">
                <a:solidFill>
                  <a:srgbClr val="142B35"/>
                </a:solidFill>
                <a:latin typeface="Arial"/>
                <a:ea typeface="Arial"/>
                <a:cs typeface="Arial"/>
              </a:defRPr>
            </a:lvl1pPr>
            <a:lvl2pPr>
              <a:defRPr sz="2250" b="0">
                <a:solidFill>
                  <a:srgbClr val="142B35"/>
                </a:solidFill>
                <a:latin typeface="Arial"/>
                <a:ea typeface="Arial"/>
                <a:cs typeface="Arial"/>
              </a:defRPr>
            </a:lvl2pPr>
            <a:lvl3pPr>
              <a:defRPr sz="2250" b="0">
                <a:solidFill>
                  <a:srgbClr val="142B35"/>
                </a:solidFill>
                <a:latin typeface="Arial"/>
                <a:ea typeface="Arial"/>
                <a:cs typeface="Arial"/>
              </a:defRPr>
            </a:lvl3pPr>
            <a:lvl4pPr>
              <a:defRPr sz="2250" b="0">
                <a:solidFill>
                  <a:srgbClr val="142B35"/>
                </a:solidFill>
                <a:latin typeface="Arial"/>
                <a:ea typeface="Arial"/>
                <a:cs typeface="Arial"/>
              </a:defRPr>
            </a:lvl4pPr>
            <a:lvl5pPr>
              <a:defRPr sz="2250" b="0">
                <a:solidFill>
                  <a:srgbClr val="142B35"/>
                </a:solidFill>
                <a:latin typeface="Arial"/>
                <a:ea typeface="Arial"/>
                <a:cs typeface="Arial"/>
              </a:defRPr>
            </a:lvl5pPr>
            <a:lvl6pPr>
              <a:defRPr sz="2250" b="0">
                <a:solidFill>
                  <a:srgbClr val="142B35"/>
                </a:solidFill>
                <a:latin typeface="Arial"/>
                <a:ea typeface="Arial"/>
                <a:cs typeface="Arial"/>
              </a:defRPr>
            </a:lvl6pPr>
            <a:lvl7pPr>
              <a:defRPr sz="2250" b="0">
                <a:solidFill>
                  <a:srgbClr val="142B35"/>
                </a:solidFill>
                <a:latin typeface="Arial"/>
                <a:ea typeface="Arial"/>
                <a:cs typeface="Arial"/>
              </a:defRPr>
            </a:lvl7pPr>
            <a:lvl8pPr>
              <a:defRPr sz="2250" b="0">
                <a:solidFill>
                  <a:srgbClr val="142B35"/>
                </a:solidFill>
                <a:latin typeface="Arial"/>
                <a:ea typeface="Arial"/>
                <a:cs typeface="Arial"/>
              </a:defRPr>
            </a:lvl8pPr>
            <a:lvl9pPr>
              <a:defRPr sz="2250" b="0">
                <a:solidFill>
                  <a:srgbClr val="142B35"/>
                </a:solidFill>
                <a:latin typeface="Arial"/>
                <a:ea typeface="Arial"/>
                <a:cs typeface="Arial"/>
              </a:defRPr>
            </a:lvl9pPr>
          </a:lstStyle>
          <a:p xmlns:a="http://schemas.openxmlformats.org/drawingml/2006/main">
            <a:pPr>
              <a:defRPr sz="2250" b="0">
                <a:solidFill>
                  <a:srgbClr val="142B35"/>
                </a:solidFill>
                <a:latin typeface="Arial"/>
                <a:ea typeface="Arial"/>
                <a:cs typeface="Arial"/>
              </a:defRPr>
            </a:pPr>
            <a:r>
              <a:rPr sz="2250" b="0">
                <a:solidFill>
                  <a:srgbClr val="142B35"/>
                </a:solidFill>
                <a:latin typeface="Arial"/>
                <a:ea typeface="Arial"/>
                <a:cs typeface="Arial"/>
              </a:rPr>
              <a:t>Open confirmed support requests</a:t>
            </a:r>
          </a:p>
          <a:p xmlns:a="http://schemas.openxmlformats.org/drawingml/2006/main">
            <a:pPr>
              <a:defRPr sz="2250" b="0">
                <a:solidFill>
                  <a:srgbClr val="142B35"/>
                </a:solidFill>
                <a:latin typeface="Arial"/>
                <a:ea typeface="Arial"/>
                <a:cs typeface="Arial"/>
              </a:defRPr>
            </a:pPr>
            <a:r>
              <a:rPr sz="2250" b="0">
                <a:solidFill>
                  <a:srgbClr val="142B35"/>
                </a:solidFill>
                <a:latin typeface="Arial"/>
                <a:ea typeface="Arial"/>
                <a:cs typeface="Arial"/>
              </a:rPr>
              <a:t>Read the conversation context</a:t>
            </a:r>
          </a:p>
          <a:p xmlns:a="http://schemas.openxmlformats.org/drawingml/2006/main">
            <a:pPr>
              <a:defRPr sz="2250" b="0">
                <a:solidFill>
                  <a:srgbClr val="142B35"/>
                </a:solidFill>
                <a:latin typeface="Arial"/>
                <a:ea typeface="Arial"/>
                <a:cs typeface="Arial"/>
              </a:defRPr>
            </a:pPr>
            <a:r>
              <a:rPr sz="2250" b="0">
                <a:solidFill>
                  <a:srgbClr val="142B35"/>
                </a:solidFill>
                <a:latin typeface="Arial"/>
                <a:ea typeface="Arial"/>
                <a:cs typeface="Arial"/>
              </a:rPr>
              <a:t>Take over and reply live</a:t>
            </a:r>
          </a:p>
        </p:txBody>
      </p:sp>
      <p:sp>
        <p:nvSpPr>
          <p:cNvPr id="9" name="">
            <a:extLst xmlns:a="http://schemas.openxmlformats.org/drawingml/2006/main">
              <a:ext uri="{FF2B5EF4-FFF2-40B4-BE49-F238E27FC236}">
                <a16:creationId xmlns:a16="http://schemas.microsoft.com/office/drawing/2014/main" id="{E5FC6746-AD4F-479C-98A2-D0D045696777}"/>
              </a:ext>
            </a:extLst>
          </p:cNvPr>
          <p:cNvSpPr>
            <a:spLocks xmlns:a="http://schemas.openxmlformats.org/drawingml/2006/main" noGrp="1"/>
          </p:cNvSpPr>
          <p:nvPr/>
        </p:nvSpPr>
        <p:spPr>
          <a:xfrm xmlns:a="http://schemas.openxmlformats.org/drawingml/2006/main">
            <a:off x="609600" y="55721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F6D72"/>
                </a:solidFill>
                <a:latin typeface="Arial"/>
                <a:ea typeface="Arial"/>
                <a:cs typeface="Arial"/>
              </a:defRPr>
            </a:defPPr>
            <a:lvl1pPr>
              <a:defRPr sz="2100" b="0">
                <a:solidFill>
                  <a:srgbClr val="5F6D72"/>
                </a:solidFill>
                <a:latin typeface="Arial"/>
                <a:ea typeface="Arial"/>
                <a:cs typeface="Arial"/>
              </a:defRPr>
            </a:lvl1pPr>
            <a:lvl2pPr>
              <a:defRPr sz="2100" b="0">
                <a:solidFill>
                  <a:srgbClr val="5F6D72"/>
                </a:solidFill>
                <a:latin typeface="Arial"/>
                <a:ea typeface="Arial"/>
                <a:cs typeface="Arial"/>
              </a:defRPr>
            </a:lvl2pPr>
            <a:lvl3pPr>
              <a:defRPr sz="2100" b="0">
                <a:solidFill>
                  <a:srgbClr val="5F6D72"/>
                </a:solidFill>
                <a:latin typeface="Arial"/>
                <a:ea typeface="Arial"/>
                <a:cs typeface="Arial"/>
              </a:defRPr>
            </a:lvl3pPr>
            <a:lvl4pPr>
              <a:defRPr sz="2100" b="0">
                <a:solidFill>
                  <a:srgbClr val="5F6D72"/>
                </a:solidFill>
                <a:latin typeface="Arial"/>
                <a:ea typeface="Arial"/>
                <a:cs typeface="Arial"/>
              </a:defRPr>
            </a:lvl4pPr>
            <a:lvl5pPr>
              <a:defRPr sz="2100" b="0">
                <a:solidFill>
                  <a:srgbClr val="5F6D72"/>
                </a:solidFill>
                <a:latin typeface="Arial"/>
                <a:ea typeface="Arial"/>
                <a:cs typeface="Arial"/>
              </a:defRPr>
            </a:lvl5pPr>
            <a:lvl6pPr>
              <a:defRPr sz="2100" b="0">
                <a:solidFill>
                  <a:srgbClr val="5F6D72"/>
                </a:solidFill>
                <a:latin typeface="Arial"/>
                <a:ea typeface="Arial"/>
                <a:cs typeface="Arial"/>
              </a:defRPr>
            </a:lvl6pPr>
            <a:lvl7pPr>
              <a:defRPr sz="2100" b="0">
                <a:solidFill>
                  <a:srgbClr val="5F6D72"/>
                </a:solidFill>
                <a:latin typeface="Arial"/>
                <a:ea typeface="Arial"/>
                <a:cs typeface="Arial"/>
              </a:defRPr>
            </a:lvl7pPr>
            <a:lvl8pPr>
              <a:defRPr sz="2100" b="0">
                <a:solidFill>
                  <a:srgbClr val="5F6D72"/>
                </a:solidFill>
                <a:latin typeface="Arial"/>
                <a:ea typeface="Arial"/>
                <a:cs typeface="Arial"/>
              </a:defRPr>
            </a:lvl8pPr>
            <a:lvl9pPr>
              <a:defRPr sz="2100" b="0">
                <a:solidFill>
                  <a:srgbClr val="5F6D72"/>
                </a:solidFill>
                <a:latin typeface="Arial"/>
                <a:ea typeface="Arial"/>
                <a:cs typeface="Arial"/>
              </a:defRPr>
            </a:lvl9pPr>
          </a:lstStyle>
          <a:p xmlns:a="http://schemas.openxmlformats.org/drawingml/2006/main">
            <a:pPr>
              <a:defRPr sz="2100" b="0">
                <a:solidFill>
                  <a:srgbClr val="5F6D72"/>
                </a:solidFill>
                <a:latin typeface="Arial"/>
                <a:ea typeface="Arial"/>
                <a:cs typeface="Arial"/>
              </a:defRPr>
            </a:pPr>
            <a:r>
              <a:rPr sz="2100" b="0">
                <a:solidFill>
                  <a:srgbClr val="5F6D72"/>
                </a:solidFill>
                <a:latin typeface="Arial"/>
                <a:ea typeface="Arial"/>
                <a:cs typeface="Arial"/>
              </a:rPr>
              <a:t>One shared login screen opens the workspace for each role.</a:t>
            </a:r>
          </a:p>
        </p:txBody>
      </p:sp>
    </p:spTree>
    <p:extLst>
      <p:ext uri="{BB962C8B-B14F-4D97-AF65-F5344CB8AC3E}">
        <p14:creationId xmlns:p14="http://schemas.microsoft.com/office/powerpoint/2010/main" val="1433227887"/>
      </p:ext>
    </p:extLst>
  </p:cSld>
</p:sld>
</file>

<file path=ppt/slides/slide8.xml><?xml version="1.0" encoding="utf-8"?>
<p:sld xmlns:p="http://schemas.openxmlformats.org/presentationml/2006/main">
  <p:cSld>
    <p:bg>
      <p:bgPr>
        <a:solidFill xmlns:a="http://schemas.openxmlformats.org/drawingml/2006/main">
          <a:srgbClr val="142B3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14F6E88-1609-4F48-B604-802299729F66}"/>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CFE5DF"/>
                </a:solidFill>
                <a:latin typeface="Arial"/>
                <a:ea typeface="Arial"/>
                <a:cs typeface="Arial"/>
              </a:defRPr>
            </a:defPPr>
            <a:lvl1pPr>
              <a:defRPr sz="1350" b="1">
                <a:solidFill>
                  <a:srgbClr val="CFE5DF"/>
                </a:solidFill>
                <a:latin typeface="Arial"/>
                <a:ea typeface="Arial"/>
                <a:cs typeface="Arial"/>
              </a:defRPr>
            </a:lvl1pPr>
            <a:lvl2pPr>
              <a:defRPr sz="1350" b="1">
                <a:solidFill>
                  <a:srgbClr val="CFE5DF"/>
                </a:solidFill>
                <a:latin typeface="Arial"/>
                <a:ea typeface="Arial"/>
                <a:cs typeface="Arial"/>
              </a:defRPr>
            </a:lvl2pPr>
            <a:lvl3pPr>
              <a:defRPr sz="1350" b="1">
                <a:solidFill>
                  <a:srgbClr val="CFE5DF"/>
                </a:solidFill>
                <a:latin typeface="Arial"/>
                <a:ea typeface="Arial"/>
                <a:cs typeface="Arial"/>
              </a:defRPr>
            </a:lvl3pPr>
            <a:lvl4pPr>
              <a:defRPr sz="1350" b="1">
                <a:solidFill>
                  <a:srgbClr val="CFE5DF"/>
                </a:solidFill>
                <a:latin typeface="Arial"/>
                <a:ea typeface="Arial"/>
                <a:cs typeface="Arial"/>
              </a:defRPr>
            </a:lvl4pPr>
            <a:lvl5pPr>
              <a:defRPr sz="1350" b="1">
                <a:solidFill>
                  <a:srgbClr val="CFE5DF"/>
                </a:solidFill>
                <a:latin typeface="Arial"/>
                <a:ea typeface="Arial"/>
                <a:cs typeface="Arial"/>
              </a:defRPr>
            </a:lvl5pPr>
            <a:lvl6pPr>
              <a:defRPr sz="1350" b="1">
                <a:solidFill>
                  <a:srgbClr val="CFE5DF"/>
                </a:solidFill>
                <a:latin typeface="Arial"/>
                <a:ea typeface="Arial"/>
                <a:cs typeface="Arial"/>
              </a:defRPr>
            </a:lvl6pPr>
            <a:lvl7pPr>
              <a:defRPr sz="1350" b="1">
                <a:solidFill>
                  <a:srgbClr val="CFE5DF"/>
                </a:solidFill>
                <a:latin typeface="Arial"/>
                <a:ea typeface="Arial"/>
                <a:cs typeface="Arial"/>
              </a:defRPr>
            </a:lvl7pPr>
            <a:lvl8pPr>
              <a:defRPr sz="1350" b="1">
                <a:solidFill>
                  <a:srgbClr val="CFE5DF"/>
                </a:solidFill>
                <a:latin typeface="Arial"/>
                <a:ea typeface="Arial"/>
                <a:cs typeface="Arial"/>
              </a:defRPr>
            </a:lvl8pPr>
            <a:lvl9pPr>
              <a:defRPr sz="1350" b="1">
                <a:solidFill>
                  <a:srgbClr val="CFE5DF"/>
                </a:solidFill>
                <a:latin typeface="Arial"/>
                <a:ea typeface="Arial"/>
                <a:cs typeface="Arial"/>
              </a:defRPr>
            </a:lvl9pPr>
          </a:lstStyle>
          <a:p xmlns:a="http://schemas.openxmlformats.org/drawingml/2006/main">
            <a:pPr>
              <a:defRPr sz="1350" b="1">
                <a:solidFill>
                  <a:srgbClr val="CFE5DF"/>
                </a:solidFill>
                <a:latin typeface="Arial"/>
                <a:ea typeface="Arial"/>
                <a:cs typeface="Arial"/>
              </a:defRPr>
            </a:pPr>
            <a:r>
              <a:rPr sz="1350" b="1">
                <a:solidFill>
                  <a:srgbClr val="CFE5DF"/>
                </a:solidFill>
                <a:latin typeface="Arial"/>
                <a:ea typeface="Arial"/>
                <a:cs typeface="Arial"/>
              </a:rPr>
              <a:t>05  DEMONSTRATION</a:t>
            </a:r>
          </a:p>
        </p:txBody>
      </p:sp>
      <p:sp>
        <p:nvSpPr>
          <p:cNvPr id="2" name="">
            <a:extLst xmlns:a="http://schemas.openxmlformats.org/drawingml/2006/main">
              <a:ext uri="{FF2B5EF4-FFF2-40B4-BE49-F238E27FC236}">
                <a16:creationId xmlns:a16="http://schemas.microsoft.com/office/drawing/2014/main" id="{1716CCB0-D064-4BE6-8CD8-0CE5F5E1AAA7}"/>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FFFFF"/>
                </a:solidFill>
                <a:latin typeface="Arial"/>
                <a:ea typeface="Arial"/>
                <a:cs typeface="Arial"/>
              </a:defRPr>
            </a:defPPr>
            <a:lvl1pPr>
              <a:defRPr sz="3675" b="1">
                <a:solidFill>
                  <a:srgbClr val="FFFFFF"/>
                </a:solidFill>
                <a:latin typeface="Arial"/>
                <a:ea typeface="Arial"/>
                <a:cs typeface="Arial"/>
              </a:defRPr>
            </a:lvl1pPr>
            <a:lvl2pPr>
              <a:defRPr sz="3675" b="1">
                <a:solidFill>
                  <a:srgbClr val="FFFFFF"/>
                </a:solidFill>
                <a:latin typeface="Arial"/>
                <a:ea typeface="Arial"/>
                <a:cs typeface="Arial"/>
              </a:defRPr>
            </a:lvl2pPr>
            <a:lvl3pPr>
              <a:defRPr sz="3675" b="1">
                <a:solidFill>
                  <a:srgbClr val="FFFFFF"/>
                </a:solidFill>
                <a:latin typeface="Arial"/>
                <a:ea typeface="Arial"/>
                <a:cs typeface="Arial"/>
              </a:defRPr>
            </a:lvl3pPr>
            <a:lvl4pPr>
              <a:defRPr sz="3675" b="1">
                <a:solidFill>
                  <a:srgbClr val="FFFFFF"/>
                </a:solidFill>
                <a:latin typeface="Arial"/>
                <a:ea typeface="Arial"/>
                <a:cs typeface="Arial"/>
              </a:defRPr>
            </a:lvl4pPr>
            <a:lvl5pPr>
              <a:defRPr sz="3675" b="1">
                <a:solidFill>
                  <a:srgbClr val="FFFFFF"/>
                </a:solidFill>
                <a:latin typeface="Arial"/>
                <a:ea typeface="Arial"/>
                <a:cs typeface="Arial"/>
              </a:defRPr>
            </a:lvl5pPr>
            <a:lvl6pPr>
              <a:defRPr sz="3675" b="1">
                <a:solidFill>
                  <a:srgbClr val="FFFFFF"/>
                </a:solidFill>
                <a:latin typeface="Arial"/>
                <a:ea typeface="Arial"/>
                <a:cs typeface="Arial"/>
              </a:defRPr>
            </a:lvl6pPr>
            <a:lvl7pPr>
              <a:defRPr sz="3675" b="1">
                <a:solidFill>
                  <a:srgbClr val="FFFFFF"/>
                </a:solidFill>
                <a:latin typeface="Arial"/>
                <a:ea typeface="Arial"/>
                <a:cs typeface="Arial"/>
              </a:defRPr>
            </a:lvl7pPr>
            <a:lvl8pPr>
              <a:defRPr sz="3675" b="1">
                <a:solidFill>
                  <a:srgbClr val="FFFFFF"/>
                </a:solidFill>
                <a:latin typeface="Arial"/>
                <a:ea typeface="Arial"/>
                <a:cs typeface="Arial"/>
              </a:defRPr>
            </a:lvl8pPr>
            <a:lvl9pPr>
              <a:defRPr sz="3675" b="1">
                <a:solidFill>
                  <a:srgbClr val="FFFFFF"/>
                </a:solidFill>
                <a:latin typeface="Arial"/>
                <a:ea typeface="Arial"/>
                <a:cs typeface="Arial"/>
              </a:defRPr>
            </a:lvl9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A short end-to-end demonstration</a:t>
            </a:r>
          </a:p>
        </p:txBody>
      </p:sp>
      <p:sp>
        <p:nvSpPr>
          <p:cNvPr id="3" name="">
            <a:extLst xmlns:a="http://schemas.openxmlformats.org/drawingml/2006/main">
              <a:ext uri="{FF2B5EF4-FFF2-40B4-BE49-F238E27FC236}">
                <a16:creationId xmlns:a16="http://schemas.microsoft.com/office/drawing/2014/main" id="{BE25E1AA-E9B5-49A7-96CB-300078791943}"/>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FE5DF"/>
                </a:solidFill>
                <a:latin typeface="Arial"/>
                <a:ea typeface="Arial"/>
                <a:cs typeface="Arial"/>
              </a:defRPr>
            </a:defPPr>
            <a:lvl1pPr>
              <a:defRPr sz="975" b="0">
                <a:solidFill>
                  <a:srgbClr val="CFE5DF"/>
                </a:solidFill>
                <a:latin typeface="Arial"/>
                <a:ea typeface="Arial"/>
                <a:cs typeface="Arial"/>
              </a:defRPr>
            </a:lvl1pPr>
            <a:lvl2pPr>
              <a:defRPr sz="975" b="0">
                <a:solidFill>
                  <a:srgbClr val="CFE5DF"/>
                </a:solidFill>
                <a:latin typeface="Arial"/>
                <a:ea typeface="Arial"/>
                <a:cs typeface="Arial"/>
              </a:defRPr>
            </a:lvl2pPr>
            <a:lvl3pPr>
              <a:defRPr sz="975" b="0">
                <a:solidFill>
                  <a:srgbClr val="CFE5DF"/>
                </a:solidFill>
                <a:latin typeface="Arial"/>
                <a:ea typeface="Arial"/>
                <a:cs typeface="Arial"/>
              </a:defRPr>
            </a:lvl3pPr>
            <a:lvl4pPr>
              <a:defRPr sz="975" b="0">
                <a:solidFill>
                  <a:srgbClr val="CFE5DF"/>
                </a:solidFill>
                <a:latin typeface="Arial"/>
                <a:ea typeface="Arial"/>
                <a:cs typeface="Arial"/>
              </a:defRPr>
            </a:lvl4pPr>
            <a:lvl5pPr>
              <a:defRPr sz="975" b="0">
                <a:solidFill>
                  <a:srgbClr val="CFE5DF"/>
                </a:solidFill>
                <a:latin typeface="Arial"/>
                <a:ea typeface="Arial"/>
                <a:cs typeface="Arial"/>
              </a:defRPr>
            </a:lvl5pPr>
            <a:lvl6pPr>
              <a:defRPr sz="975" b="0">
                <a:solidFill>
                  <a:srgbClr val="CFE5DF"/>
                </a:solidFill>
                <a:latin typeface="Arial"/>
                <a:ea typeface="Arial"/>
                <a:cs typeface="Arial"/>
              </a:defRPr>
            </a:lvl6pPr>
            <a:lvl7pPr>
              <a:defRPr sz="975" b="0">
                <a:solidFill>
                  <a:srgbClr val="CFE5DF"/>
                </a:solidFill>
                <a:latin typeface="Arial"/>
                <a:ea typeface="Arial"/>
                <a:cs typeface="Arial"/>
              </a:defRPr>
            </a:lvl7pPr>
            <a:lvl8pPr>
              <a:defRPr sz="975" b="0">
                <a:solidFill>
                  <a:srgbClr val="CFE5DF"/>
                </a:solidFill>
                <a:latin typeface="Arial"/>
                <a:ea typeface="Arial"/>
                <a:cs typeface="Arial"/>
              </a:defRPr>
            </a:lvl8pPr>
            <a:lvl9pPr>
              <a:defRPr sz="975" b="0">
                <a:solidFill>
                  <a:srgbClr val="CFE5DF"/>
                </a:solidFill>
                <a:latin typeface="Arial"/>
                <a:ea typeface="Arial"/>
                <a:cs typeface="Arial"/>
              </a:defRPr>
            </a:lvl9pPr>
          </a:lstStyle>
          <a:p xmlns:a="http://schemas.openxmlformats.org/drawingml/2006/main">
            <a:pPr>
              <a:defRPr sz="975" b="0">
                <a:solidFill>
                  <a:srgbClr val="CFE5DF"/>
                </a:solidFill>
                <a:latin typeface="Arial"/>
                <a:ea typeface="Arial"/>
                <a:cs typeface="Arial"/>
              </a:defRPr>
            </a:pPr>
            <a:r>
              <a:rPr sz="975" b="0">
                <a:solidFill>
                  <a:srgbClr val="CFE5DF"/>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9717A76A-21D3-4C9E-B7A7-742256C8C22E}"/>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CFE5DF"/>
                </a:solidFill>
                <a:latin typeface="Arial"/>
                <a:ea typeface="Arial"/>
                <a:cs typeface="Arial"/>
              </a:defRPr>
            </a:defPPr>
            <a:lvl1pPr>
              <a:defRPr sz="1500" b="1">
                <a:solidFill>
                  <a:srgbClr val="CFE5DF"/>
                </a:solidFill>
                <a:latin typeface="Arial"/>
                <a:ea typeface="Arial"/>
                <a:cs typeface="Arial"/>
              </a:defRPr>
            </a:lvl1pPr>
            <a:lvl2pPr>
              <a:defRPr sz="1500" b="1">
                <a:solidFill>
                  <a:srgbClr val="CFE5DF"/>
                </a:solidFill>
                <a:latin typeface="Arial"/>
                <a:ea typeface="Arial"/>
                <a:cs typeface="Arial"/>
              </a:defRPr>
            </a:lvl2pPr>
            <a:lvl3pPr>
              <a:defRPr sz="1500" b="1">
                <a:solidFill>
                  <a:srgbClr val="CFE5DF"/>
                </a:solidFill>
                <a:latin typeface="Arial"/>
                <a:ea typeface="Arial"/>
                <a:cs typeface="Arial"/>
              </a:defRPr>
            </a:lvl3pPr>
            <a:lvl4pPr>
              <a:defRPr sz="1500" b="1">
                <a:solidFill>
                  <a:srgbClr val="CFE5DF"/>
                </a:solidFill>
                <a:latin typeface="Arial"/>
                <a:ea typeface="Arial"/>
                <a:cs typeface="Arial"/>
              </a:defRPr>
            </a:lvl4pPr>
            <a:lvl5pPr>
              <a:defRPr sz="1500" b="1">
                <a:solidFill>
                  <a:srgbClr val="CFE5DF"/>
                </a:solidFill>
                <a:latin typeface="Arial"/>
                <a:ea typeface="Arial"/>
                <a:cs typeface="Arial"/>
              </a:defRPr>
            </a:lvl5pPr>
            <a:lvl6pPr>
              <a:defRPr sz="1500" b="1">
                <a:solidFill>
                  <a:srgbClr val="CFE5DF"/>
                </a:solidFill>
                <a:latin typeface="Arial"/>
                <a:ea typeface="Arial"/>
                <a:cs typeface="Arial"/>
              </a:defRPr>
            </a:lvl6pPr>
            <a:lvl7pPr>
              <a:defRPr sz="1500" b="1">
                <a:solidFill>
                  <a:srgbClr val="CFE5DF"/>
                </a:solidFill>
                <a:latin typeface="Arial"/>
                <a:ea typeface="Arial"/>
                <a:cs typeface="Arial"/>
              </a:defRPr>
            </a:lvl7pPr>
            <a:lvl8pPr>
              <a:defRPr sz="1500" b="1">
                <a:solidFill>
                  <a:srgbClr val="CFE5DF"/>
                </a:solidFill>
                <a:latin typeface="Arial"/>
                <a:ea typeface="Arial"/>
                <a:cs typeface="Arial"/>
              </a:defRPr>
            </a:lvl8pPr>
            <a:lvl9pPr>
              <a:defRPr sz="1500" b="1">
                <a:solidFill>
                  <a:srgbClr val="CFE5DF"/>
                </a:solidFill>
                <a:latin typeface="Arial"/>
                <a:ea typeface="Arial"/>
                <a:cs typeface="Arial"/>
              </a:defRPr>
            </a:lvl9pPr>
          </a:lstStyle>
          <a:p xmlns:a="http://schemas.openxmlformats.org/drawingml/2006/main">
            <a:pPr>
              <a:defRPr sz="1500" b="1">
                <a:solidFill>
                  <a:srgbClr val="CFE5DF"/>
                </a:solidFill>
                <a:latin typeface="Arial"/>
                <a:ea typeface="Arial"/>
                <a:cs typeface="Arial"/>
              </a:defRPr>
            </a:pPr>
            <a:r>
              <a:rPr sz="1500" b="1">
                <a:solidFill>
                  <a:srgbClr val="CFE5DF"/>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DF816BD-45BF-41A1-9290-E64EAF1AC3FC}"/>
              </a:ext>
            </a:extLst>
          </p:cNvPr>
          <p:cNvSpPr>
            <a:spLocks xmlns:a="http://schemas.openxmlformats.org/drawingml/2006/main" noGrp="1"/>
          </p:cNvSpPr>
          <p:nvPr/>
        </p:nvSpPr>
        <p:spPr>
          <a:xfrm xmlns:a="http://schemas.openxmlformats.org/drawingml/2006/main">
            <a:off x="609600" y="22764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CFE5DF"/>
                </a:solidFill>
                <a:latin typeface="Arial"/>
                <a:ea typeface="Arial"/>
                <a:cs typeface="Arial"/>
              </a:defRPr>
            </a:defPPr>
            <a:lvl1pPr>
              <a:defRPr sz="2175" b="1">
                <a:solidFill>
                  <a:srgbClr val="CFE5DF"/>
                </a:solidFill>
                <a:latin typeface="Arial"/>
                <a:ea typeface="Arial"/>
                <a:cs typeface="Arial"/>
              </a:defRPr>
            </a:lvl1pPr>
            <a:lvl2pPr>
              <a:defRPr sz="2175" b="1">
                <a:solidFill>
                  <a:srgbClr val="CFE5DF"/>
                </a:solidFill>
                <a:latin typeface="Arial"/>
                <a:ea typeface="Arial"/>
                <a:cs typeface="Arial"/>
              </a:defRPr>
            </a:lvl2pPr>
            <a:lvl3pPr>
              <a:defRPr sz="2175" b="1">
                <a:solidFill>
                  <a:srgbClr val="CFE5DF"/>
                </a:solidFill>
                <a:latin typeface="Arial"/>
                <a:ea typeface="Arial"/>
                <a:cs typeface="Arial"/>
              </a:defRPr>
            </a:lvl3pPr>
            <a:lvl4pPr>
              <a:defRPr sz="2175" b="1">
                <a:solidFill>
                  <a:srgbClr val="CFE5DF"/>
                </a:solidFill>
                <a:latin typeface="Arial"/>
                <a:ea typeface="Arial"/>
                <a:cs typeface="Arial"/>
              </a:defRPr>
            </a:lvl4pPr>
            <a:lvl5pPr>
              <a:defRPr sz="2175" b="1">
                <a:solidFill>
                  <a:srgbClr val="CFE5DF"/>
                </a:solidFill>
                <a:latin typeface="Arial"/>
                <a:ea typeface="Arial"/>
                <a:cs typeface="Arial"/>
              </a:defRPr>
            </a:lvl5pPr>
            <a:lvl6pPr>
              <a:defRPr sz="2175" b="1">
                <a:solidFill>
                  <a:srgbClr val="CFE5DF"/>
                </a:solidFill>
                <a:latin typeface="Arial"/>
                <a:ea typeface="Arial"/>
                <a:cs typeface="Arial"/>
              </a:defRPr>
            </a:lvl6pPr>
            <a:lvl7pPr>
              <a:defRPr sz="2175" b="1">
                <a:solidFill>
                  <a:srgbClr val="CFE5DF"/>
                </a:solidFill>
                <a:latin typeface="Arial"/>
                <a:ea typeface="Arial"/>
                <a:cs typeface="Arial"/>
              </a:defRPr>
            </a:lvl7pPr>
            <a:lvl8pPr>
              <a:defRPr sz="2175" b="1">
                <a:solidFill>
                  <a:srgbClr val="CFE5DF"/>
                </a:solidFill>
                <a:latin typeface="Arial"/>
                <a:ea typeface="Arial"/>
                <a:cs typeface="Arial"/>
              </a:defRPr>
            </a:lvl8pPr>
            <a:lvl9pPr>
              <a:defRPr sz="2175" b="1">
                <a:solidFill>
                  <a:srgbClr val="CFE5DF"/>
                </a:solidFill>
                <a:latin typeface="Arial"/>
                <a:ea typeface="Arial"/>
                <a:cs typeface="Arial"/>
              </a:defRPr>
            </a:lvl9pPr>
          </a:lstStyle>
          <a:p xmlns:a="http://schemas.openxmlformats.org/drawingml/2006/main">
            <a:pPr>
              <a:defRPr sz="2175" b="1">
                <a:solidFill>
                  <a:srgbClr val="CFE5DF"/>
                </a:solidFill>
                <a:latin typeface="Arial"/>
                <a:ea typeface="Arial"/>
                <a:cs typeface="Arial"/>
              </a:defRPr>
            </a:pPr>
            <a:r>
              <a:rPr sz="2175" b="1">
                <a:solidFill>
                  <a:srgbClr val="CFE5D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39087BD-99B6-4A5B-BF56-09BAB47C6D40}"/>
              </a:ext>
            </a:extLst>
          </p:cNvPr>
          <p:cNvSpPr>
            <a:spLocks xmlns:a="http://schemas.openxmlformats.org/drawingml/2006/main" noGrp="1"/>
          </p:cNvSpPr>
          <p:nvPr/>
        </p:nvSpPr>
        <p:spPr>
          <a:xfrm xmlns:a="http://schemas.openxmlformats.org/drawingml/2006/main">
            <a:off x="1600200" y="2276475"/>
            <a:ext cx="3067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Ask and inspect</a:t>
            </a:r>
          </a:p>
        </p:txBody>
      </p:sp>
      <p:sp>
        <p:nvSpPr>
          <p:cNvPr id="7" name="">
            <a:extLst xmlns:a="http://schemas.openxmlformats.org/drawingml/2006/main">
              <a:ext uri="{FF2B5EF4-FFF2-40B4-BE49-F238E27FC236}">
                <a16:creationId xmlns:a16="http://schemas.microsoft.com/office/drawing/2014/main" id="{CBD82299-80DA-445D-A99A-CE43D025C188}"/>
              </a:ext>
            </a:extLst>
          </p:cNvPr>
          <p:cNvSpPr>
            <a:spLocks xmlns:a="http://schemas.openxmlformats.org/drawingml/2006/main" noGrp="1"/>
          </p:cNvSpPr>
          <p:nvPr/>
        </p:nvSpPr>
        <p:spPr>
          <a:xfrm xmlns:a="http://schemas.openxmlformats.org/drawingml/2006/main">
            <a:off x="5143500" y="2276475"/>
            <a:ext cx="628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CFE5DF"/>
                </a:solidFill>
                <a:latin typeface="Arial"/>
                <a:ea typeface="Arial"/>
                <a:cs typeface="Arial"/>
              </a:defRPr>
            </a:defPPr>
            <a:lvl1pPr>
              <a:defRPr sz="2025" b="0">
                <a:solidFill>
                  <a:srgbClr val="CFE5DF"/>
                </a:solidFill>
                <a:latin typeface="Arial"/>
                <a:ea typeface="Arial"/>
                <a:cs typeface="Arial"/>
              </a:defRPr>
            </a:lvl1pPr>
            <a:lvl2pPr>
              <a:defRPr sz="2025" b="0">
                <a:solidFill>
                  <a:srgbClr val="CFE5DF"/>
                </a:solidFill>
                <a:latin typeface="Arial"/>
                <a:ea typeface="Arial"/>
                <a:cs typeface="Arial"/>
              </a:defRPr>
            </a:lvl2pPr>
            <a:lvl3pPr>
              <a:defRPr sz="2025" b="0">
                <a:solidFill>
                  <a:srgbClr val="CFE5DF"/>
                </a:solidFill>
                <a:latin typeface="Arial"/>
                <a:ea typeface="Arial"/>
                <a:cs typeface="Arial"/>
              </a:defRPr>
            </a:lvl3pPr>
            <a:lvl4pPr>
              <a:defRPr sz="2025" b="0">
                <a:solidFill>
                  <a:srgbClr val="CFE5DF"/>
                </a:solidFill>
                <a:latin typeface="Arial"/>
                <a:ea typeface="Arial"/>
                <a:cs typeface="Arial"/>
              </a:defRPr>
            </a:lvl4pPr>
            <a:lvl5pPr>
              <a:defRPr sz="2025" b="0">
                <a:solidFill>
                  <a:srgbClr val="CFE5DF"/>
                </a:solidFill>
                <a:latin typeface="Arial"/>
                <a:ea typeface="Arial"/>
                <a:cs typeface="Arial"/>
              </a:defRPr>
            </a:lvl5pPr>
            <a:lvl6pPr>
              <a:defRPr sz="2025" b="0">
                <a:solidFill>
                  <a:srgbClr val="CFE5DF"/>
                </a:solidFill>
                <a:latin typeface="Arial"/>
                <a:ea typeface="Arial"/>
                <a:cs typeface="Arial"/>
              </a:defRPr>
            </a:lvl6pPr>
            <a:lvl7pPr>
              <a:defRPr sz="2025" b="0">
                <a:solidFill>
                  <a:srgbClr val="CFE5DF"/>
                </a:solidFill>
                <a:latin typeface="Arial"/>
                <a:ea typeface="Arial"/>
                <a:cs typeface="Arial"/>
              </a:defRPr>
            </a:lvl7pPr>
            <a:lvl8pPr>
              <a:defRPr sz="2025" b="0">
                <a:solidFill>
                  <a:srgbClr val="CFE5DF"/>
                </a:solidFill>
                <a:latin typeface="Arial"/>
                <a:ea typeface="Arial"/>
                <a:cs typeface="Arial"/>
              </a:defRPr>
            </a:lvl8pPr>
            <a:lvl9pPr>
              <a:defRPr sz="2025" b="0">
                <a:solidFill>
                  <a:srgbClr val="CFE5DF"/>
                </a:solidFill>
                <a:latin typeface="Arial"/>
                <a:ea typeface="Arial"/>
                <a:cs typeface="Arial"/>
              </a:defRPr>
            </a:lvl9pPr>
          </a:lstStyle>
          <a:p xmlns:a="http://schemas.openxmlformats.org/drawingml/2006/main">
            <a:pPr>
              <a:defRPr sz="2025" b="0">
                <a:solidFill>
                  <a:srgbClr val="CFE5DF"/>
                </a:solidFill>
                <a:latin typeface="Arial"/>
                <a:ea typeface="Arial"/>
                <a:cs typeface="Arial"/>
              </a:defRPr>
            </a:pPr>
            <a:r>
              <a:rPr sz="2025" b="0">
                <a:solidFill>
                  <a:srgbClr val="CFE5DF"/>
                </a:solidFill>
                <a:latin typeface="Arial"/>
                <a:ea typeface="Arial"/>
                <a:cs typeface="Arial"/>
              </a:rPr>
              <a:t>Student asks an FFCS question and opens its source.</a:t>
            </a:r>
          </a:p>
        </p:txBody>
      </p:sp>
      <p:sp>
        <p:nvSpPr>
          <p:cNvPr id="8" name="">
            <a:extLst xmlns:a="http://schemas.openxmlformats.org/drawingml/2006/main">
              <a:ext uri="{FF2B5EF4-FFF2-40B4-BE49-F238E27FC236}">
                <a16:creationId xmlns:a16="http://schemas.microsoft.com/office/drawing/2014/main" id="{BF1A8DF5-ED6A-4B2A-BA35-3EE485390254}"/>
              </a:ext>
            </a:extLst>
          </p:cNvPr>
          <p:cNvSpPr>
            <a:spLocks xmlns:a="http://schemas.openxmlformats.org/drawingml/2006/main" noGrp="1"/>
          </p:cNvSpPr>
          <p:nvPr/>
        </p:nvSpPr>
        <p:spPr>
          <a:xfrm xmlns:a="http://schemas.openxmlformats.org/drawingml/2006/main">
            <a:off x="609600" y="32099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CFE5DF"/>
                </a:solidFill>
                <a:latin typeface="Arial"/>
                <a:ea typeface="Arial"/>
                <a:cs typeface="Arial"/>
              </a:defRPr>
            </a:defPPr>
            <a:lvl1pPr>
              <a:defRPr sz="2175" b="1">
                <a:solidFill>
                  <a:srgbClr val="CFE5DF"/>
                </a:solidFill>
                <a:latin typeface="Arial"/>
                <a:ea typeface="Arial"/>
                <a:cs typeface="Arial"/>
              </a:defRPr>
            </a:lvl1pPr>
            <a:lvl2pPr>
              <a:defRPr sz="2175" b="1">
                <a:solidFill>
                  <a:srgbClr val="CFE5DF"/>
                </a:solidFill>
                <a:latin typeface="Arial"/>
                <a:ea typeface="Arial"/>
                <a:cs typeface="Arial"/>
              </a:defRPr>
            </a:lvl2pPr>
            <a:lvl3pPr>
              <a:defRPr sz="2175" b="1">
                <a:solidFill>
                  <a:srgbClr val="CFE5DF"/>
                </a:solidFill>
                <a:latin typeface="Arial"/>
                <a:ea typeface="Arial"/>
                <a:cs typeface="Arial"/>
              </a:defRPr>
            </a:lvl3pPr>
            <a:lvl4pPr>
              <a:defRPr sz="2175" b="1">
                <a:solidFill>
                  <a:srgbClr val="CFE5DF"/>
                </a:solidFill>
                <a:latin typeface="Arial"/>
                <a:ea typeface="Arial"/>
                <a:cs typeface="Arial"/>
              </a:defRPr>
            </a:lvl4pPr>
            <a:lvl5pPr>
              <a:defRPr sz="2175" b="1">
                <a:solidFill>
                  <a:srgbClr val="CFE5DF"/>
                </a:solidFill>
                <a:latin typeface="Arial"/>
                <a:ea typeface="Arial"/>
                <a:cs typeface="Arial"/>
              </a:defRPr>
            </a:lvl5pPr>
            <a:lvl6pPr>
              <a:defRPr sz="2175" b="1">
                <a:solidFill>
                  <a:srgbClr val="CFE5DF"/>
                </a:solidFill>
                <a:latin typeface="Arial"/>
                <a:ea typeface="Arial"/>
                <a:cs typeface="Arial"/>
              </a:defRPr>
            </a:lvl6pPr>
            <a:lvl7pPr>
              <a:defRPr sz="2175" b="1">
                <a:solidFill>
                  <a:srgbClr val="CFE5DF"/>
                </a:solidFill>
                <a:latin typeface="Arial"/>
                <a:ea typeface="Arial"/>
                <a:cs typeface="Arial"/>
              </a:defRPr>
            </a:lvl7pPr>
            <a:lvl8pPr>
              <a:defRPr sz="2175" b="1">
                <a:solidFill>
                  <a:srgbClr val="CFE5DF"/>
                </a:solidFill>
                <a:latin typeface="Arial"/>
                <a:ea typeface="Arial"/>
                <a:cs typeface="Arial"/>
              </a:defRPr>
            </a:lvl8pPr>
            <a:lvl9pPr>
              <a:defRPr sz="2175" b="1">
                <a:solidFill>
                  <a:srgbClr val="CFE5DF"/>
                </a:solidFill>
                <a:latin typeface="Arial"/>
                <a:ea typeface="Arial"/>
                <a:cs typeface="Arial"/>
              </a:defRPr>
            </a:lvl9pPr>
          </a:lstStyle>
          <a:p xmlns:a="http://schemas.openxmlformats.org/drawingml/2006/main">
            <a:pPr>
              <a:defRPr sz="2175" b="1">
                <a:solidFill>
                  <a:srgbClr val="CFE5DF"/>
                </a:solidFill>
                <a:latin typeface="Arial"/>
                <a:ea typeface="Arial"/>
                <a:cs typeface="Arial"/>
              </a:defRPr>
            </a:pPr>
            <a:r>
              <a:rPr sz="2175" b="1">
                <a:solidFill>
                  <a:srgbClr val="CFE5D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11DEB8CA-FA8D-4B76-B186-3BAFF2BBB456}"/>
              </a:ext>
            </a:extLst>
          </p:cNvPr>
          <p:cNvSpPr>
            <a:spLocks xmlns:a="http://schemas.openxmlformats.org/drawingml/2006/main" noGrp="1"/>
          </p:cNvSpPr>
          <p:nvPr/>
        </p:nvSpPr>
        <p:spPr>
          <a:xfrm xmlns:a="http://schemas.openxmlformats.org/drawingml/2006/main">
            <a:off x="1600200" y="3209925"/>
            <a:ext cx="3067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Resume a saved chat</a:t>
            </a:r>
          </a:p>
        </p:txBody>
      </p:sp>
      <p:sp>
        <p:nvSpPr>
          <p:cNvPr id="10" name="">
            <a:extLst xmlns:a="http://schemas.openxmlformats.org/drawingml/2006/main">
              <a:ext uri="{FF2B5EF4-FFF2-40B4-BE49-F238E27FC236}">
                <a16:creationId xmlns:a16="http://schemas.microsoft.com/office/drawing/2014/main" id="{15213B33-EF06-4843-ADD3-75D4B62FF7AC}"/>
              </a:ext>
            </a:extLst>
          </p:cNvPr>
          <p:cNvSpPr>
            <a:spLocks xmlns:a="http://schemas.openxmlformats.org/drawingml/2006/main" noGrp="1"/>
          </p:cNvSpPr>
          <p:nvPr/>
        </p:nvSpPr>
        <p:spPr>
          <a:xfrm xmlns:a="http://schemas.openxmlformats.org/drawingml/2006/main">
            <a:off x="5143500" y="3209925"/>
            <a:ext cx="628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CFE5DF"/>
                </a:solidFill>
                <a:latin typeface="Arial"/>
                <a:ea typeface="Arial"/>
                <a:cs typeface="Arial"/>
              </a:defRPr>
            </a:defPPr>
            <a:lvl1pPr>
              <a:defRPr sz="2025" b="0">
                <a:solidFill>
                  <a:srgbClr val="CFE5DF"/>
                </a:solidFill>
                <a:latin typeface="Arial"/>
                <a:ea typeface="Arial"/>
                <a:cs typeface="Arial"/>
              </a:defRPr>
            </a:lvl1pPr>
            <a:lvl2pPr>
              <a:defRPr sz="2025" b="0">
                <a:solidFill>
                  <a:srgbClr val="CFE5DF"/>
                </a:solidFill>
                <a:latin typeface="Arial"/>
                <a:ea typeface="Arial"/>
                <a:cs typeface="Arial"/>
              </a:defRPr>
            </a:lvl2pPr>
            <a:lvl3pPr>
              <a:defRPr sz="2025" b="0">
                <a:solidFill>
                  <a:srgbClr val="CFE5DF"/>
                </a:solidFill>
                <a:latin typeface="Arial"/>
                <a:ea typeface="Arial"/>
                <a:cs typeface="Arial"/>
              </a:defRPr>
            </a:lvl3pPr>
            <a:lvl4pPr>
              <a:defRPr sz="2025" b="0">
                <a:solidFill>
                  <a:srgbClr val="CFE5DF"/>
                </a:solidFill>
                <a:latin typeface="Arial"/>
                <a:ea typeface="Arial"/>
                <a:cs typeface="Arial"/>
              </a:defRPr>
            </a:lvl4pPr>
            <a:lvl5pPr>
              <a:defRPr sz="2025" b="0">
                <a:solidFill>
                  <a:srgbClr val="CFE5DF"/>
                </a:solidFill>
                <a:latin typeface="Arial"/>
                <a:ea typeface="Arial"/>
                <a:cs typeface="Arial"/>
              </a:defRPr>
            </a:lvl5pPr>
            <a:lvl6pPr>
              <a:defRPr sz="2025" b="0">
                <a:solidFill>
                  <a:srgbClr val="CFE5DF"/>
                </a:solidFill>
                <a:latin typeface="Arial"/>
                <a:ea typeface="Arial"/>
                <a:cs typeface="Arial"/>
              </a:defRPr>
            </a:lvl6pPr>
            <a:lvl7pPr>
              <a:defRPr sz="2025" b="0">
                <a:solidFill>
                  <a:srgbClr val="CFE5DF"/>
                </a:solidFill>
                <a:latin typeface="Arial"/>
                <a:ea typeface="Arial"/>
                <a:cs typeface="Arial"/>
              </a:defRPr>
            </a:lvl7pPr>
            <a:lvl8pPr>
              <a:defRPr sz="2025" b="0">
                <a:solidFill>
                  <a:srgbClr val="CFE5DF"/>
                </a:solidFill>
                <a:latin typeface="Arial"/>
                <a:ea typeface="Arial"/>
                <a:cs typeface="Arial"/>
              </a:defRPr>
            </a:lvl8pPr>
            <a:lvl9pPr>
              <a:defRPr sz="2025" b="0">
                <a:solidFill>
                  <a:srgbClr val="CFE5DF"/>
                </a:solidFill>
                <a:latin typeface="Arial"/>
                <a:ea typeface="Arial"/>
                <a:cs typeface="Arial"/>
              </a:defRPr>
            </a:lvl9pPr>
          </a:lstStyle>
          <a:p xmlns:a="http://schemas.openxmlformats.org/drawingml/2006/main">
            <a:pPr>
              <a:defRPr sz="2025" b="0">
                <a:solidFill>
                  <a:srgbClr val="CFE5DF"/>
                </a:solidFill>
                <a:latin typeface="Arial"/>
                <a:ea typeface="Arial"/>
                <a:cs typeface="Arial"/>
              </a:defRPr>
            </a:pPr>
            <a:r>
              <a:rPr sz="2025" b="0">
                <a:solidFill>
                  <a:srgbClr val="CFE5DF"/>
                </a:solidFill>
                <a:latin typeface="Arial"/>
                <a:ea typeface="Arial"/>
                <a:cs typeface="Arial"/>
              </a:rPr>
              <a:t>Sign back in and reopen the conversation history.</a:t>
            </a:r>
          </a:p>
        </p:txBody>
      </p:sp>
      <p:sp>
        <p:nvSpPr>
          <p:cNvPr id="11" name="">
            <a:extLst xmlns:a="http://schemas.openxmlformats.org/drawingml/2006/main">
              <a:ext uri="{FF2B5EF4-FFF2-40B4-BE49-F238E27FC236}">
                <a16:creationId xmlns:a16="http://schemas.microsoft.com/office/drawing/2014/main" id="{A3A4250E-795B-404B-8A93-35B7DC6B221B}"/>
              </a:ext>
            </a:extLst>
          </p:cNvPr>
          <p:cNvSpPr>
            <a:spLocks xmlns:a="http://schemas.openxmlformats.org/drawingml/2006/main" noGrp="1"/>
          </p:cNvSpPr>
          <p:nvPr/>
        </p:nvSpPr>
        <p:spPr>
          <a:xfrm xmlns:a="http://schemas.openxmlformats.org/drawingml/2006/main">
            <a:off x="609600" y="41433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CFE5DF"/>
                </a:solidFill>
                <a:latin typeface="Arial"/>
                <a:ea typeface="Arial"/>
                <a:cs typeface="Arial"/>
              </a:defRPr>
            </a:defPPr>
            <a:lvl1pPr>
              <a:defRPr sz="2175" b="1">
                <a:solidFill>
                  <a:srgbClr val="CFE5DF"/>
                </a:solidFill>
                <a:latin typeface="Arial"/>
                <a:ea typeface="Arial"/>
                <a:cs typeface="Arial"/>
              </a:defRPr>
            </a:lvl1pPr>
            <a:lvl2pPr>
              <a:defRPr sz="2175" b="1">
                <a:solidFill>
                  <a:srgbClr val="CFE5DF"/>
                </a:solidFill>
                <a:latin typeface="Arial"/>
                <a:ea typeface="Arial"/>
                <a:cs typeface="Arial"/>
              </a:defRPr>
            </a:lvl2pPr>
            <a:lvl3pPr>
              <a:defRPr sz="2175" b="1">
                <a:solidFill>
                  <a:srgbClr val="CFE5DF"/>
                </a:solidFill>
                <a:latin typeface="Arial"/>
                <a:ea typeface="Arial"/>
                <a:cs typeface="Arial"/>
              </a:defRPr>
            </a:lvl3pPr>
            <a:lvl4pPr>
              <a:defRPr sz="2175" b="1">
                <a:solidFill>
                  <a:srgbClr val="CFE5DF"/>
                </a:solidFill>
                <a:latin typeface="Arial"/>
                <a:ea typeface="Arial"/>
                <a:cs typeface="Arial"/>
              </a:defRPr>
            </a:lvl4pPr>
            <a:lvl5pPr>
              <a:defRPr sz="2175" b="1">
                <a:solidFill>
                  <a:srgbClr val="CFE5DF"/>
                </a:solidFill>
                <a:latin typeface="Arial"/>
                <a:ea typeface="Arial"/>
                <a:cs typeface="Arial"/>
              </a:defRPr>
            </a:lvl5pPr>
            <a:lvl6pPr>
              <a:defRPr sz="2175" b="1">
                <a:solidFill>
                  <a:srgbClr val="CFE5DF"/>
                </a:solidFill>
                <a:latin typeface="Arial"/>
                <a:ea typeface="Arial"/>
                <a:cs typeface="Arial"/>
              </a:defRPr>
            </a:lvl6pPr>
            <a:lvl7pPr>
              <a:defRPr sz="2175" b="1">
                <a:solidFill>
                  <a:srgbClr val="CFE5DF"/>
                </a:solidFill>
                <a:latin typeface="Arial"/>
                <a:ea typeface="Arial"/>
                <a:cs typeface="Arial"/>
              </a:defRPr>
            </a:lvl7pPr>
            <a:lvl8pPr>
              <a:defRPr sz="2175" b="1">
                <a:solidFill>
                  <a:srgbClr val="CFE5DF"/>
                </a:solidFill>
                <a:latin typeface="Arial"/>
                <a:ea typeface="Arial"/>
                <a:cs typeface="Arial"/>
              </a:defRPr>
            </a:lvl8pPr>
            <a:lvl9pPr>
              <a:defRPr sz="2175" b="1">
                <a:solidFill>
                  <a:srgbClr val="CFE5DF"/>
                </a:solidFill>
                <a:latin typeface="Arial"/>
                <a:ea typeface="Arial"/>
                <a:cs typeface="Arial"/>
              </a:defRPr>
            </a:lvl9pPr>
          </a:lstStyle>
          <a:p xmlns:a="http://schemas.openxmlformats.org/drawingml/2006/main">
            <a:pPr>
              <a:defRPr sz="2175" b="1">
                <a:solidFill>
                  <a:srgbClr val="CFE5DF"/>
                </a:solidFill>
                <a:latin typeface="Arial"/>
                <a:ea typeface="Arial"/>
                <a:cs typeface="Arial"/>
              </a:defRPr>
            </a:pPr>
            <a:r>
              <a:rPr sz="2175" b="1">
                <a:solidFill>
                  <a:srgbClr val="CFE5D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C37056A2-26F6-4951-935E-BCA6CBA13271}"/>
              </a:ext>
            </a:extLst>
          </p:cNvPr>
          <p:cNvSpPr>
            <a:spLocks xmlns:a="http://schemas.openxmlformats.org/drawingml/2006/main" noGrp="1"/>
          </p:cNvSpPr>
          <p:nvPr/>
        </p:nvSpPr>
        <p:spPr>
          <a:xfrm xmlns:a="http://schemas.openxmlformats.org/drawingml/2006/main">
            <a:off x="1600200" y="4143375"/>
            <a:ext cx="3067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Confirm staff help</a:t>
            </a:r>
          </a:p>
        </p:txBody>
      </p:sp>
      <p:sp>
        <p:nvSpPr>
          <p:cNvPr id="13" name="">
            <a:extLst xmlns:a="http://schemas.openxmlformats.org/drawingml/2006/main">
              <a:ext uri="{FF2B5EF4-FFF2-40B4-BE49-F238E27FC236}">
                <a16:creationId xmlns:a16="http://schemas.microsoft.com/office/drawing/2014/main" id="{CE6BD607-C2CA-4DD7-85A0-AACACDDFB163}"/>
              </a:ext>
            </a:extLst>
          </p:cNvPr>
          <p:cNvSpPr>
            <a:spLocks xmlns:a="http://schemas.openxmlformats.org/drawingml/2006/main" noGrp="1"/>
          </p:cNvSpPr>
          <p:nvPr/>
        </p:nvSpPr>
        <p:spPr>
          <a:xfrm xmlns:a="http://schemas.openxmlformats.org/drawingml/2006/main">
            <a:off x="5143500" y="4143375"/>
            <a:ext cx="628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CFE5DF"/>
                </a:solidFill>
                <a:latin typeface="Arial"/>
                <a:ea typeface="Arial"/>
                <a:cs typeface="Arial"/>
              </a:defRPr>
            </a:defPPr>
            <a:lvl1pPr>
              <a:defRPr sz="2025" b="0">
                <a:solidFill>
                  <a:srgbClr val="CFE5DF"/>
                </a:solidFill>
                <a:latin typeface="Arial"/>
                <a:ea typeface="Arial"/>
                <a:cs typeface="Arial"/>
              </a:defRPr>
            </a:lvl1pPr>
            <a:lvl2pPr>
              <a:defRPr sz="2025" b="0">
                <a:solidFill>
                  <a:srgbClr val="CFE5DF"/>
                </a:solidFill>
                <a:latin typeface="Arial"/>
                <a:ea typeface="Arial"/>
                <a:cs typeface="Arial"/>
              </a:defRPr>
            </a:lvl2pPr>
            <a:lvl3pPr>
              <a:defRPr sz="2025" b="0">
                <a:solidFill>
                  <a:srgbClr val="CFE5DF"/>
                </a:solidFill>
                <a:latin typeface="Arial"/>
                <a:ea typeface="Arial"/>
                <a:cs typeface="Arial"/>
              </a:defRPr>
            </a:lvl3pPr>
            <a:lvl4pPr>
              <a:defRPr sz="2025" b="0">
                <a:solidFill>
                  <a:srgbClr val="CFE5DF"/>
                </a:solidFill>
                <a:latin typeface="Arial"/>
                <a:ea typeface="Arial"/>
                <a:cs typeface="Arial"/>
              </a:defRPr>
            </a:lvl4pPr>
            <a:lvl5pPr>
              <a:defRPr sz="2025" b="0">
                <a:solidFill>
                  <a:srgbClr val="CFE5DF"/>
                </a:solidFill>
                <a:latin typeface="Arial"/>
                <a:ea typeface="Arial"/>
                <a:cs typeface="Arial"/>
              </a:defRPr>
            </a:lvl5pPr>
            <a:lvl6pPr>
              <a:defRPr sz="2025" b="0">
                <a:solidFill>
                  <a:srgbClr val="CFE5DF"/>
                </a:solidFill>
                <a:latin typeface="Arial"/>
                <a:ea typeface="Arial"/>
                <a:cs typeface="Arial"/>
              </a:defRPr>
            </a:lvl6pPr>
            <a:lvl7pPr>
              <a:defRPr sz="2025" b="0">
                <a:solidFill>
                  <a:srgbClr val="CFE5DF"/>
                </a:solidFill>
                <a:latin typeface="Arial"/>
                <a:ea typeface="Arial"/>
                <a:cs typeface="Arial"/>
              </a:defRPr>
            </a:lvl7pPr>
            <a:lvl8pPr>
              <a:defRPr sz="2025" b="0">
                <a:solidFill>
                  <a:srgbClr val="CFE5DF"/>
                </a:solidFill>
                <a:latin typeface="Arial"/>
                <a:ea typeface="Arial"/>
                <a:cs typeface="Arial"/>
              </a:defRPr>
            </a:lvl8pPr>
            <a:lvl9pPr>
              <a:defRPr sz="2025" b="0">
                <a:solidFill>
                  <a:srgbClr val="CFE5DF"/>
                </a:solidFill>
                <a:latin typeface="Arial"/>
                <a:ea typeface="Arial"/>
                <a:cs typeface="Arial"/>
              </a:defRPr>
            </a:lvl9pPr>
          </a:lstStyle>
          <a:p xmlns:a="http://schemas.openxmlformats.org/drawingml/2006/main">
            <a:pPr>
              <a:defRPr sz="2025" b="0">
                <a:solidFill>
                  <a:srgbClr val="CFE5DF"/>
                </a:solidFill>
                <a:latin typeface="Arial"/>
                <a:ea typeface="Arial"/>
                <a:cs typeface="Arial"/>
              </a:defRPr>
            </a:pPr>
            <a:r>
              <a:rPr sz="2025" b="0">
                <a:solidFill>
                  <a:srgbClr val="CFE5DF"/>
                </a:solidFill>
                <a:latin typeface="Arial"/>
                <a:ea typeface="Arial"/>
                <a:cs typeface="Arial"/>
              </a:rPr>
              <a:t>Request a handoff and show the waiting state.</a:t>
            </a:r>
          </a:p>
        </p:txBody>
      </p:sp>
      <p:sp>
        <p:nvSpPr>
          <p:cNvPr id="14" name="">
            <a:extLst xmlns:a="http://schemas.openxmlformats.org/drawingml/2006/main">
              <a:ext uri="{FF2B5EF4-FFF2-40B4-BE49-F238E27FC236}">
                <a16:creationId xmlns:a16="http://schemas.microsoft.com/office/drawing/2014/main" id="{10F73ADA-7D7D-4EE6-B4F9-2F51A0F29BFE}"/>
              </a:ext>
            </a:extLst>
          </p:cNvPr>
          <p:cNvSpPr>
            <a:spLocks xmlns:a="http://schemas.openxmlformats.org/drawingml/2006/main" noGrp="1"/>
          </p:cNvSpPr>
          <p:nvPr/>
        </p:nvSpPr>
        <p:spPr>
          <a:xfrm xmlns:a="http://schemas.openxmlformats.org/drawingml/2006/main">
            <a:off x="609600" y="50768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CFE5DF"/>
                </a:solidFill>
                <a:latin typeface="Arial"/>
                <a:ea typeface="Arial"/>
                <a:cs typeface="Arial"/>
              </a:defRPr>
            </a:defPPr>
            <a:lvl1pPr>
              <a:defRPr sz="2175" b="1">
                <a:solidFill>
                  <a:srgbClr val="CFE5DF"/>
                </a:solidFill>
                <a:latin typeface="Arial"/>
                <a:ea typeface="Arial"/>
                <a:cs typeface="Arial"/>
              </a:defRPr>
            </a:lvl1pPr>
            <a:lvl2pPr>
              <a:defRPr sz="2175" b="1">
                <a:solidFill>
                  <a:srgbClr val="CFE5DF"/>
                </a:solidFill>
                <a:latin typeface="Arial"/>
                <a:ea typeface="Arial"/>
                <a:cs typeface="Arial"/>
              </a:defRPr>
            </a:lvl2pPr>
            <a:lvl3pPr>
              <a:defRPr sz="2175" b="1">
                <a:solidFill>
                  <a:srgbClr val="CFE5DF"/>
                </a:solidFill>
                <a:latin typeface="Arial"/>
                <a:ea typeface="Arial"/>
                <a:cs typeface="Arial"/>
              </a:defRPr>
            </a:lvl3pPr>
            <a:lvl4pPr>
              <a:defRPr sz="2175" b="1">
                <a:solidFill>
                  <a:srgbClr val="CFE5DF"/>
                </a:solidFill>
                <a:latin typeface="Arial"/>
                <a:ea typeface="Arial"/>
                <a:cs typeface="Arial"/>
              </a:defRPr>
            </a:lvl4pPr>
            <a:lvl5pPr>
              <a:defRPr sz="2175" b="1">
                <a:solidFill>
                  <a:srgbClr val="CFE5DF"/>
                </a:solidFill>
                <a:latin typeface="Arial"/>
                <a:ea typeface="Arial"/>
                <a:cs typeface="Arial"/>
              </a:defRPr>
            </a:lvl5pPr>
            <a:lvl6pPr>
              <a:defRPr sz="2175" b="1">
                <a:solidFill>
                  <a:srgbClr val="CFE5DF"/>
                </a:solidFill>
                <a:latin typeface="Arial"/>
                <a:ea typeface="Arial"/>
                <a:cs typeface="Arial"/>
              </a:defRPr>
            </a:lvl6pPr>
            <a:lvl7pPr>
              <a:defRPr sz="2175" b="1">
                <a:solidFill>
                  <a:srgbClr val="CFE5DF"/>
                </a:solidFill>
                <a:latin typeface="Arial"/>
                <a:ea typeface="Arial"/>
                <a:cs typeface="Arial"/>
              </a:defRPr>
            </a:lvl7pPr>
            <a:lvl8pPr>
              <a:defRPr sz="2175" b="1">
                <a:solidFill>
                  <a:srgbClr val="CFE5DF"/>
                </a:solidFill>
                <a:latin typeface="Arial"/>
                <a:ea typeface="Arial"/>
                <a:cs typeface="Arial"/>
              </a:defRPr>
            </a:lvl8pPr>
            <a:lvl9pPr>
              <a:defRPr sz="2175" b="1">
                <a:solidFill>
                  <a:srgbClr val="CFE5DF"/>
                </a:solidFill>
                <a:latin typeface="Arial"/>
                <a:ea typeface="Arial"/>
                <a:cs typeface="Arial"/>
              </a:defRPr>
            </a:lvl9pPr>
          </a:lstStyle>
          <a:p xmlns:a="http://schemas.openxmlformats.org/drawingml/2006/main">
            <a:pPr>
              <a:defRPr sz="2175" b="1">
                <a:solidFill>
                  <a:srgbClr val="CFE5DF"/>
                </a:solidFill>
                <a:latin typeface="Arial"/>
                <a:ea typeface="Arial"/>
                <a:cs typeface="Arial"/>
              </a:defRPr>
            </a:pPr>
            <a:r>
              <a:rPr sz="2175" b="1">
                <a:solidFill>
                  <a:srgbClr val="CFE5DF"/>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9A03336F-B82E-4C7F-AA82-78EE941404C9}"/>
              </a:ext>
            </a:extLst>
          </p:cNvPr>
          <p:cNvSpPr>
            <a:spLocks xmlns:a="http://schemas.openxmlformats.org/drawingml/2006/main" noGrp="1"/>
          </p:cNvSpPr>
          <p:nvPr/>
        </p:nvSpPr>
        <p:spPr>
          <a:xfrm xmlns:a="http://schemas.openxmlformats.org/drawingml/2006/main">
            <a:off x="1600200" y="5076825"/>
            <a:ext cx="3067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Reply as staff</a:t>
            </a:r>
          </a:p>
        </p:txBody>
      </p:sp>
      <p:sp>
        <p:nvSpPr>
          <p:cNvPr id="16" name="">
            <a:extLst xmlns:a="http://schemas.openxmlformats.org/drawingml/2006/main">
              <a:ext uri="{FF2B5EF4-FFF2-40B4-BE49-F238E27FC236}">
                <a16:creationId xmlns:a16="http://schemas.microsoft.com/office/drawing/2014/main" id="{F816EE29-6DFB-46C8-8F9A-EBF7154543E9}"/>
              </a:ext>
            </a:extLst>
          </p:cNvPr>
          <p:cNvSpPr>
            <a:spLocks xmlns:a="http://schemas.openxmlformats.org/drawingml/2006/main" noGrp="1"/>
          </p:cNvSpPr>
          <p:nvPr/>
        </p:nvSpPr>
        <p:spPr>
          <a:xfrm xmlns:a="http://schemas.openxmlformats.org/drawingml/2006/main">
            <a:off x="5143500" y="5076825"/>
            <a:ext cx="628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CFE5DF"/>
                </a:solidFill>
                <a:latin typeface="Arial"/>
                <a:ea typeface="Arial"/>
                <a:cs typeface="Arial"/>
              </a:defRPr>
            </a:defPPr>
            <a:lvl1pPr>
              <a:defRPr sz="2025" b="0">
                <a:solidFill>
                  <a:srgbClr val="CFE5DF"/>
                </a:solidFill>
                <a:latin typeface="Arial"/>
                <a:ea typeface="Arial"/>
                <a:cs typeface="Arial"/>
              </a:defRPr>
            </a:lvl1pPr>
            <a:lvl2pPr>
              <a:defRPr sz="2025" b="0">
                <a:solidFill>
                  <a:srgbClr val="CFE5DF"/>
                </a:solidFill>
                <a:latin typeface="Arial"/>
                <a:ea typeface="Arial"/>
                <a:cs typeface="Arial"/>
              </a:defRPr>
            </a:lvl2pPr>
            <a:lvl3pPr>
              <a:defRPr sz="2025" b="0">
                <a:solidFill>
                  <a:srgbClr val="CFE5DF"/>
                </a:solidFill>
                <a:latin typeface="Arial"/>
                <a:ea typeface="Arial"/>
                <a:cs typeface="Arial"/>
              </a:defRPr>
            </a:lvl3pPr>
            <a:lvl4pPr>
              <a:defRPr sz="2025" b="0">
                <a:solidFill>
                  <a:srgbClr val="CFE5DF"/>
                </a:solidFill>
                <a:latin typeface="Arial"/>
                <a:ea typeface="Arial"/>
                <a:cs typeface="Arial"/>
              </a:defRPr>
            </a:lvl4pPr>
            <a:lvl5pPr>
              <a:defRPr sz="2025" b="0">
                <a:solidFill>
                  <a:srgbClr val="CFE5DF"/>
                </a:solidFill>
                <a:latin typeface="Arial"/>
                <a:ea typeface="Arial"/>
                <a:cs typeface="Arial"/>
              </a:defRPr>
            </a:lvl5pPr>
            <a:lvl6pPr>
              <a:defRPr sz="2025" b="0">
                <a:solidFill>
                  <a:srgbClr val="CFE5DF"/>
                </a:solidFill>
                <a:latin typeface="Arial"/>
                <a:ea typeface="Arial"/>
                <a:cs typeface="Arial"/>
              </a:defRPr>
            </a:lvl6pPr>
            <a:lvl7pPr>
              <a:defRPr sz="2025" b="0">
                <a:solidFill>
                  <a:srgbClr val="CFE5DF"/>
                </a:solidFill>
                <a:latin typeface="Arial"/>
                <a:ea typeface="Arial"/>
                <a:cs typeface="Arial"/>
              </a:defRPr>
            </a:lvl7pPr>
            <a:lvl8pPr>
              <a:defRPr sz="2025" b="0">
                <a:solidFill>
                  <a:srgbClr val="CFE5DF"/>
                </a:solidFill>
                <a:latin typeface="Arial"/>
                <a:ea typeface="Arial"/>
                <a:cs typeface="Arial"/>
              </a:defRPr>
            </a:lvl8pPr>
            <a:lvl9pPr>
              <a:defRPr sz="2025" b="0">
                <a:solidFill>
                  <a:srgbClr val="CFE5DF"/>
                </a:solidFill>
                <a:latin typeface="Arial"/>
                <a:ea typeface="Arial"/>
                <a:cs typeface="Arial"/>
              </a:defRPr>
            </a:lvl9pPr>
          </a:lstStyle>
          <a:p xmlns:a="http://schemas.openxmlformats.org/drawingml/2006/main">
            <a:pPr>
              <a:defRPr sz="2025" b="0">
                <a:solidFill>
                  <a:srgbClr val="CFE5DF"/>
                </a:solidFill>
                <a:latin typeface="Arial"/>
                <a:ea typeface="Arial"/>
                <a:cs typeface="Arial"/>
              </a:defRPr>
            </a:pPr>
            <a:r>
              <a:rPr sz="2025" b="0">
                <a:solidFill>
                  <a:srgbClr val="CFE5DF"/>
                </a:solidFill>
                <a:latin typeface="Arial"/>
                <a:ea typeface="Arial"/>
                <a:cs typeface="Arial"/>
              </a:rPr>
              <a:t>Staff starts chat, sends a reply, then resolves it.</a:t>
            </a:r>
          </a:p>
        </p:txBody>
      </p:sp>
    </p:spTree>
    <p:extLst>
      <p:ext uri="{BB962C8B-B14F-4D97-AF65-F5344CB8AC3E}">
        <p14:creationId xmlns:p14="http://schemas.microsoft.com/office/powerpoint/2010/main" val="334924722"/>
      </p:ext>
    </p:extLst>
  </p:cSld>
</p:sld>
</file>

<file path=ppt/slides/slide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993149-1CDA-47BA-9602-CF9F03B2702D}"/>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76B64"/>
                </a:solidFill>
                <a:latin typeface="Arial"/>
                <a:ea typeface="Arial"/>
                <a:cs typeface="Arial"/>
              </a:defRPr>
            </a:defPPr>
            <a:lvl1pPr>
              <a:defRPr sz="1350" b="1">
                <a:solidFill>
                  <a:srgbClr val="176B64"/>
                </a:solidFill>
                <a:latin typeface="Arial"/>
                <a:ea typeface="Arial"/>
                <a:cs typeface="Arial"/>
              </a:defRPr>
            </a:lvl1pPr>
            <a:lvl2pPr>
              <a:defRPr sz="1350" b="1">
                <a:solidFill>
                  <a:srgbClr val="176B64"/>
                </a:solidFill>
                <a:latin typeface="Arial"/>
                <a:ea typeface="Arial"/>
                <a:cs typeface="Arial"/>
              </a:defRPr>
            </a:lvl2pPr>
            <a:lvl3pPr>
              <a:defRPr sz="1350" b="1">
                <a:solidFill>
                  <a:srgbClr val="176B64"/>
                </a:solidFill>
                <a:latin typeface="Arial"/>
                <a:ea typeface="Arial"/>
                <a:cs typeface="Arial"/>
              </a:defRPr>
            </a:lvl3pPr>
            <a:lvl4pPr>
              <a:defRPr sz="1350" b="1">
                <a:solidFill>
                  <a:srgbClr val="176B64"/>
                </a:solidFill>
                <a:latin typeface="Arial"/>
                <a:ea typeface="Arial"/>
                <a:cs typeface="Arial"/>
              </a:defRPr>
            </a:lvl4pPr>
            <a:lvl5pPr>
              <a:defRPr sz="1350" b="1">
                <a:solidFill>
                  <a:srgbClr val="176B64"/>
                </a:solidFill>
                <a:latin typeface="Arial"/>
                <a:ea typeface="Arial"/>
                <a:cs typeface="Arial"/>
              </a:defRPr>
            </a:lvl5pPr>
            <a:lvl6pPr>
              <a:defRPr sz="1350" b="1">
                <a:solidFill>
                  <a:srgbClr val="176B64"/>
                </a:solidFill>
                <a:latin typeface="Arial"/>
                <a:ea typeface="Arial"/>
                <a:cs typeface="Arial"/>
              </a:defRPr>
            </a:lvl6pPr>
            <a:lvl7pPr>
              <a:defRPr sz="1350" b="1">
                <a:solidFill>
                  <a:srgbClr val="176B64"/>
                </a:solidFill>
                <a:latin typeface="Arial"/>
                <a:ea typeface="Arial"/>
                <a:cs typeface="Arial"/>
              </a:defRPr>
            </a:lvl7pPr>
            <a:lvl8pPr>
              <a:defRPr sz="1350" b="1">
                <a:solidFill>
                  <a:srgbClr val="176B64"/>
                </a:solidFill>
                <a:latin typeface="Arial"/>
                <a:ea typeface="Arial"/>
                <a:cs typeface="Arial"/>
              </a:defRPr>
            </a:lvl8pPr>
            <a:lvl9pPr>
              <a:defRPr sz="1350" b="1">
                <a:solidFill>
                  <a:srgbClr val="176B64"/>
                </a:solidFill>
                <a:latin typeface="Arial"/>
                <a:ea typeface="Arial"/>
                <a:cs typeface="Arial"/>
              </a:defRPr>
            </a:lvl9pPr>
          </a:lstStyle>
          <a:p xmlns:a="http://schemas.openxmlformats.org/drawingml/2006/main">
            <a:pPr>
              <a:defRPr sz="1350" b="1">
                <a:solidFill>
                  <a:srgbClr val="176B64"/>
                </a:solidFill>
                <a:latin typeface="Arial"/>
                <a:ea typeface="Arial"/>
                <a:cs typeface="Arial"/>
              </a:defRPr>
            </a:pPr>
            <a:r>
              <a:rPr sz="1350" b="1">
                <a:solidFill>
                  <a:srgbClr val="176B64"/>
                </a:solidFill>
                <a:latin typeface="Arial"/>
                <a:ea typeface="Arial"/>
                <a:cs typeface="Arial"/>
              </a:rPr>
              <a:t>06  SCOPE AND LIMITATIONS</a:t>
            </a:r>
          </a:p>
        </p:txBody>
      </p:sp>
      <p:sp>
        <p:nvSpPr>
          <p:cNvPr id="2" name="">
            <a:extLst xmlns:a="http://schemas.openxmlformats.org/drawingml/2006/main">
              <a:ext uri="{FF2B5EF4-FFF2-40B4-BE49-F238E27FC236}">
                <a16:creationId xmlns:a16="http://schemas.microsoft.com/office/drawing/2014/main" id="{E3C4382C-717F-46A1-95AE-0D496F7780FE}"/>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42B35"/>
                </a:solidFill>
                <a:latin typeface="Arial"/>
                <a:ea typeface="Arial"/>
                <a:cs typeface="Arial"/>
              </a:defRPr>
            </a:defPPr>
            <a:lvl1pPr>
              <a:defRPr sz="3675" b="1">
                <a:solidFill>
                  <a:srgbClr val="142B35"/>
                </a:solidFill>
                <a:latin typeface="Arial"/>
                <a:ea typeface="Arial"/>
                <a:cs typeface="Arial"/>
              </a:defRPr>
            </a:lvl1pPr>
            <a:lvl2pPr>
              <a:defRPr sz="3675" b="1">
                <a:solidFill>
                  <a:srgbClr val="142B35"/>
                </a:solidFill>
                <a:latin typeface="Arial"/>
                <a:ea typeface="Arial"/>
                <a:cs typeface="Arial"/>
              </a:defRPr>
            </a:lvl2pPr>
            <a:lvl3pPr>
              <a:defRPr sz="3675" b="1">
                <a:solidFill>
                  <a:srgbClr val="142B35"/>
                </a:solidFill>
                <a:latin typeface="Arial"/>
                <a:ea typeface="Arial"/>
                <a:cs typeface="Arial"/>
              </a:defRPr>
            </a:lvl3pPr>
            <a:lvl4pPr>
              <a:defRPr sz="3675" b="1">
                <a:solidFill>
                  <a:srgbClr val="142B35"/>
                </a:solidFill>
                <a:latin typeface="Arial"/>
                <a:ea typeface="Arial"/>
                <a:cs typeface="Arial"/>
              </a:defRPr>
            </a:lvl4pPr>
            <a:lvl5pPr>
              <a:defRPr sz="3675" b="1">
                <a:solidFill>
                  <a:srgbClr val="142B35"/>
                </a:solidFill>
                <a:latin typeface="Arial"/>
                <a:ea typeface="Arial"/>
                <a:cs typeface="Arial"/>
              </a:defRPr>
            </a:lvl5pPr>
            <a:lvl6pPr>
              <a:defRPr sz="3675" b="1">
                <a:solidFill>
                  <a:srgbClr val="142B35"/>
                </a:solidFill>
                <a:latin typeface="Arial"/>
                <a:ea typeface="Arial"/>
                <a:cs typeface="Arial"/>
              </a:defRPr>
            </a:lvl6pPr>
            <a:lvl7pPr>
              <a:defRPr sz="3675" b="1">
                <a:solidFill>
                  <a:srgbClr val="142B35"/>
                </a:solidFill>
                <a:latin typeface="Arial"/>
                <a:ea typeface="Arial"/>
                <a:cs typeface="Arial"/>
              </a:defRPr>
            </a:lvl7pPr>
            <a:lvl8pPr>
              <a:defRPr sz="3675" b="1">
                <a:solidFill>
                  <a:srgbClr val="142B35"/>
                </a:solidFill>
                <a:latin typeface="Arial"/>
                <a:ea typeface="Arial"/>
                <a:cs typeface="Arial"/>
              </a:defRPr>
            </a:lvl8pPr>
            <a:lvl9pPr>
              <a:defRPr sz="3675" b="1">
                <a:solidFill>
                  <a:srgbClr val="142B35"/>
                </a:solidFill>
                <a:latin typeface="Arial"/>
                <a:ea typeface="Arial"/>
                <a:cs typeface="Arial"/>
              </a:defRPr>
            </a:lvl9pPr>
          </a:lstStyle>
          <a:p xmlns:a="http://schemas.openxmlformats.org/drawingml/2006/main">
            <a:pPr>
              <a:defRPr sz="3675" b="1">
                <a:solidFill>
                  <a:srgbClr val="142B35"/>
                </a:solidFill>
                <a:latin typeface="Arial"/>
                <a:ea typeface="Arial"/>
                <a:cs typeface="Arial"/>
              </a:defRPr>
            </a:pPr>
            <a:r>
              <a:rPr sz="3675" b="1">
                <a:solidFill>
                  <a:srgbClr val="142B35"/>
                </a:solidFill>
                <a:latin typeface="Arial"/>
                <a:ea typeface="Arial"/>
                <a:cs typeface="Arial"/>
              </a:rPr>
              <a:t>Public guidance with human support</a:t>
            </a:r>
          </a:p>
        </p:txBody>
      </p:sp>
      <p:sp>
        <p:nvSpPr>
          <p:cNvPr id="3" name="">
            <a:extLst xmlns:a="http://schemas.openxmlformats.org/drawingml/2006/main">
              <a:ext uri="{FF2B5EF4-FFF2-40B4-BE49-F238E27FC236}">
                <a16:creationId xmlns:a16="http://schemas.microsoft.com/office/drawing/2014/main" id="{854407F1-11C2-43D0-A759-E006C824A72D}"/>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D72"/>
                </a:solidFill>
                <a:latin typeface="Arial"/>
                <a:ea typeface="Arial"/>
                <a:cs typeface="Arial"/>
              </a:defRPr>
            </a:defPPr>
            <a:lvl1pPr>
              <a:defRPr sz="975" b="0">
                <a:solidFill>
                  <a:srgbClr val="5F6D72"/>
                </a:solidFill>
                <a:latin typeface="Arial"/>
                <a:ea typeface="Arial"/>
                <a:cs typeface="Arial"/>
              </a:defRPr>
            </a:lvl1pPr>
            <a:lvl2pPr>
              <a:defRPr sz="975" b="0">
                <a:solidFill>
                  <a:srgbClr val="5F6D72"/>
                </a:solidFill>
                <a:latin typeface="Arial"/>
                <a:ea typeface="Arial"/>
                <a:cs typeface="Arial"/>
              </a:defRPr>
            </a:lvl2pPr>
            <a:lvl3pPr>
              <a:defRPr sz="975" b="0">
                <a:solidFill>
                  <a:srgbClr val="5F6D72"/>
                </a:solidFill>
                <a:latin typeface="Arial"/>
                <a:ea typeface="Arial"/>
                <a:cs typeface="Arial"/>
              </a:defRPr>
            </a:lvl3pPr>
            <a:lvl4pPr>
              <a:defRPr sz="975" b="0">
                <a:solidFill>
                  <a:srgbClr val="5F6D72"/>
                </a:solidFill>
                <a:latin typeface="Arial"/>
                <a:ea typeface="Arial"/>
                <a:cs typeface="Arial"/>
              </a:defRPr>
            </a:lvl4pPr>
            <a:lvl5pPr>
              <a:defRPr sz="975" b="0">
                <a:solidFill>
                  <a:srgbClr val="5F6D72"/>
                </a:solidFill>
                <a:latin typeface="Arial"/>
                <a:ea typeface="Arial"/>
                <a:cs typeface="Arial"/>
              </a:defRPr>
            </a:lvl5pPr>
            <a:lvl6pPr>
              <a:defRPr sz="975" b="0">
                <a:solidFill>
                  <a:srgbClr val="5F6D72"/>
                </a:solidFill>
                <a:latin typeface="Arial"/>
                <a:ea typeface="Arial"/>
                <a:cs typeface="Arial"/>
              </a:defRPr>
            </a:lvl6pPr>
            <a:lvl7pPr>
              <a:defRPr sz="975" b="0">
                <a:solidFill>
                  <a:srgbClr val="5F6D72"/>
                </a:solidFill>
                <a:latin typeface="Arial"/>
                <a:ea typeface="Arial"/>
                <a:cs typeface="Arial"/>
              </a:defRPr>
            </a:lvl7pPr>
            <a:lvl8pPr>
              <a:defRPr sz="975" b="0">
                <a:solidFill>
                  <a:srgbClr val="5F6D72"/>
                </a:solidFill>
                <a:latin typeface="Arial"/>
                <a:ea typeface="Arial"/>
                <a:cs typeface="Arial"/>
              </a:defRPr>
            </a:lvl8pPr>
            <a:lvl9pPr>
              <a:defRPr sz="975" b="0">
                <a:solidFill>
                  <a:srgbClr val="5F6D72"/>
                </a:solidFill>
                <a:latin typeface="Arial"/>
                <a:ea typeface="Arial"/>
                <a:cs typeface="Arial"/>
              </a:defRPr>
            </a:lvl9pPr>
          </a:lstStyle>
          <a:p xmlns:a="http://schemas.openxmlformats.org/drawingml/2006/main">
            <a:pPr>
              <a:defRPr sz="975" b="0">
                <a:solidFill>
                  <a:srgbClr val="5F6D72"/>
                </a:solidFill>
                <a:latin typeface="Arial"/>
                <a:ea typeface="Arial"/>
                <a:cs typeface="Arial"/>
              </a:defRPr>
            </a:pPr>
            <a:r>
              <a:rPr sz="975" b="0">
                <a:solidFill>
                  <a:srgbClr val="5F6D72"/>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6255013D-8E04-4C17-B359-F1734A48AECF}"/>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B64"/>
                </a:solidFill>
                <a:latin typeface="Arial"/>
                <a:ea typeface="Arial"/>
                <a:cs typeface="Arial"/>
              </a:defRPr>
            </a:defPPr>
            <a:lvl1pPr>
              <a:defRPr sz="1500" b="1">
                <a:solidFill>
                  <a:srgbClr val="176B64"/>
                </a:solidFill>
                <a:latin typeface="Arial"/>
                <a:ea typeface="Arial"/>
                <a:cs typeface="Arial"/>
              </a:defRPr>
            </a:lvl1pPr>
            <a:lvl2pPr>
              <a:defRPr sz="1500" b="1">
                <a:solidFill>
                  <a:srgbClr val="176B64"/>
                </a:solidFill>
                <a:latin typeface="Arial"/>
                <a:ea typeface="Arial"/>
                <a:cs typeface="Arial"/>
              </a:defRPr>
            </a:lvl2pPr>
            <a:lvl3pPr>
              <a:defRPr sz="1500" b="1">
                <a:solidFill>
                  <a:srgbClr val="176B64"/>
                </a:solidFill>
                <a:latin typeface="Arial"/>
                <a:ea typeface="Arial"/>
                <a:cs typeface="Arial"/>
              </a:defRPr>
            </a:lvl3pPr>
            <a:lvl4pPr>
              <a:defRPr sz="1500" b="1">
                <a:solidFill>
                  <a:srgbClr val="176B64"/>
                </a:solidFill>
                <a:latin typeface="Arial"/>
                <a:ea typeface="Arial"/>
                <a:cs typeface="Arial"/>
              </a:defRPr>
            </a:lvl4pPr>
            <a:lvl5pPr>
              <a:defRPr sz="1500" b="1">
                <a:solidFill>
                  <a:srgbClr val="176B64"/>
                </a:solidFill>
                <a:latin typeface="Arial"/>
                <a:ea typeface="Arial"/>
                <a:cs typeface="Arial"/>
              </a:defRPr>
            </a:lvl5pPr>
            <a:lvl6pPr>
              <a:defRPr sz="1500" b="1">
                <a:solidFill>
                  <a:srgbClr val="176B64"/>
                </a:solidFill>
                <a:latin typeface="Arial"/>
                <a:ea typeface="Arial"/>
                <a:cs typeface="Arial"/>
              </a:defRPr>
            </a:lvl6pPr>
            <a:lvl7pPr>
              <a:defRPr sz="1500" b="1">
                <a:solidFill>
                  <a:srgbClr val="176B64"/>
                </a:solidFill>
                <a:latin typeface="Arial"/>
                <a:ea typeface="Arial"/>
                <a:cs typeface="Arial"/>
              </a:defRPr>
            </a:lvl7pPr>
            <a:lvl8pPr>
              <a:defRPr sz="1500" b="1">
                <a:solidFill>
                  <a:srgbClr val="176B64"/>
                </a:solidFill>
                <a:latin typeface="Arial"/>
                <a:ea typeface="Arial"/>
                <a:cs typeface="Arial"/>
              </a:defRPr>
            </a:lvl8pPr>
            <a:lvl9pPr>
              <a:defRPr sz="1500" b="1">
                <a:solidFill>
                  <a:srgbClr val="176B64"/>
                </a:solidFill>
                <a:latin typeface="Arial"/>
                <a:ea typeface="Arial"/>
                <a:cs typeface="Arial"/>
              </a:defRPr>
            </a:lvl9pPr>
          </a:lstStyle>
          <a:p xmlns:a="http://schemas.openxmlformats.org/drawingml/2006/main">
            <a:pPr>
              <a:defRPr sz="1500" b="1">
                <a:solidFill>
                  <a:srgbClr val="176B64"/>
                </a:solidFill>
                <a:latin typeface="Arial"/>
                <a:ea typeface="Arial"/>
                <a:cs typeface="Arial"/>
              </a:defRPr>
            </a:pPr>
            <a:r>
              <a:rPr sz="1500" b="1">
                <a:solidFill>
                  <a:srgbClr val="176B6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E050431D-24F9-4095-BE2B-513555ACA116}"/>
              </a:ext>
            </a:extLst>
          </p:cNvPr>
          <p:cNvSpPr>
            <a:spLocks xmlns:a="http://schemas.openxmlformats.org/drawingml/2006/main" noGrp="1"/>
          </p:cNvSpPr>
          <p:nvPr/>
        </p:nvSpPr>
        <p:spPr>
          <a:xfrm xmlns:a="http://schemas.openxmlformats.org/drawingml/2006/main">
            <a:off x="609600" y="23812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What the project supports</a:t>
            </a:r>
          </a:p>
        </p:txBody>
      </p:sp>
      <p:sp>
        <p:nvSpPr>
          <p:cNvPr id="6" name="">
            <a:extLst xmlns:a="http://schemas.openxmlformats.org/drawingml/2006/main">
              <a:ext uri="{FF2B5EF4-FFF2-40B4-BE49-F238E27FC236}">
                <a16:creationId xmlns:a16="http://schemas.microsoft.com/office/drawing/2014/main" id="{1B58C9EE-6749-4989-867A-1B12054B8BE0}"/>
              </a:ext>
            </a:extLst>
          </p:cNvPr>
          <p:cNvSpPr>
            <a:spLocks xmlns:a="http://schemas.openxmlformats.org/drawingml/2006/main" noGrp="1"/>
          </p:cNvSpPr>
          <p:nvPr/>
        </p:nvSpPr>
        <p:spPr>
          <a:xfrm xmlns:a="http://schemas.openxmlformats.org/drawingml/2006/main">
            <a:off x="609600" y="3114675"/>
            <a:ext cx="5095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Public campus questions</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Saved conversation history</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Live staff support after consent</a:t>
            </a:r>
          </a:p>
        </p:txBody>
      </p:sp>
      <p:sp>
        <p:nvSpPr>
          <p:cNvPr id="7" name="">
            <a:extLst xmlns:a="http://schemas.openxmlformats.org/drawingml/2006/main">
              <a:ext uri="{FF2B5EF4-FFF2-40B4-BE49-F238E27FC236}">
                <a16:creationId xmlns:a16="http://schemas.microsoft.com/office/drawing/2014/main" id="{1B17CF57-0252-4146-BF01-4E50C0FA46BF}"/>
              </a:ext>
            </a:extLst>
          </p:cNvPr>
          <p:cNvSpPr>
            <a:spLocks xmlns:a="http://schemas.openxmlformats.org/drawingml/2006/main" noGrp="1"/>
          </p:cNvSpPr>
          <p:nvPr/>
        </p:nvSpPr>
        <p:spPr>
          <a:xfrm xmlns:a="http://schemas.openxmlformats.org/drawingml/2006/main">
            <a:off x="6486525" y="23812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What still needs care</a:t>
            </a:r>
          </a:p>
        </p:txBody>
      </p:sp>
      <p:sp>
        <p:nvSpPr>
          <p:cNvPr id="8" name="">
            <a:extLst xmlns:a="http://schemas.openxmlformats.org/drawingml/2006/main">
              <a:ext uri="{FF2B5EF4-FFF2-40B4-BE49-F238E27FC236}">
                <a16:creationId xmlns:a16="http://schemas.microsoft.com/office/drawing/2014/main" id="{5B7EAA7F-9DBF-4AAD-8733-DD425E343CED}"/>
              </a:ext>
            </a:extLst>
          </p:cNvPr>
          <p:cNvSpPr>
            <a:spLocks xmlns:a="http://schemas.openxmlformats.org/drawingml/2006/main" noGrp="1"/>
          </p:cNvSpPr>
          <p:nvPr/>
        </p:nvSpPr>
        <p:spPr>
          <a:xfrm xmlns:a="http://schemas.openxmlformats.org/drawingml/2006/main">
            <a:off x="6486525" y="3114675"/>
            <a:ext cx="5095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Private VTOP data remains unavailable</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Policies vary by programme and year</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Staff availability affects waiting time</a:t>
            </a:r>
          </a:p>
        </p:txBody>
      </p:sp>
      <p:sp>
        <p:nvSpPr>
          <p:cNvPr id="9" name="">
            <a:extLst xmlns:a="http://schemas.openxmlformats.org/drawingml/2006/main">
              <a:ext uri="{FF2B5EF4-FFF2-40B4-BE49-F238E27FC236}">
                <a16:creationId xmlns:a16="http://schemas.microsoft.com/office/drawing/2014/main" id="{9C59D624-EE86-449E-9D8E-8E5FB4C03697}"/>
              </a:ext>
            </a:extLst>
          </p:cNvPr>
          <p:cNvSpPr>
            <a:spLocks xmlns:a="http://schemas.openxmlformats.org/drawingml/2006/main" noGrp="1"/>
          </p:cNvSpPr>
          <p:nvPr/>
        </p:nvSpPr>
        <p:spPr>
          <a:xfrm xmlns:a="http://schemas.openxmlformats.org/drawingml/2006/main">
            <a:off x="609600" y="5543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F6D72"/>
                </a:solidFill>
                <a:latin typeface="Arial"/>
                <a:ea typeface="Arial"/>
                <a:cs typeface="Arial"/>
              </a:defRPr>
            </a:defPPr>
            <a:lvl1pPr>
              <a:defRPr sz="2100" b="0">
                <a:solidFill>
                  <a:srgbClr val="5F6D72"/>
                </a:solidFill>
                <a:latin typeface="Arial"/>
                <a:ea typeface="Arial"/>
                <a:cs typeface="Arial"/>
              </a:defRPr>
            </a:lvl1pPr>
            <a:lvl2pPr>
              <a:defRPr sz="2100" b="0">
                <a:solidFill>
                  <a:srgbClr val="5F6D72"/>
                </a:solidFill>
                <a:latin typeface="Arial"/>
                <a:ea typeface="Arial"/>
                <a:cs typeface="Arial"/>
              </a:defRPr>
            </a:lvl2pPr>
            <a:lvl3pPr>
              <a:defRPr sz="2100" b="0">
                <a:solidFill>
                  <a:srgbClr val="5F6D72"/>
                </a:solidFill>
                <a:latin typeface="Arial"/>
                <a:ea typeface="Arial"/>
                <a:cs typeface="Arial"/>
              </a:defRPr>
            </a:lvl3pPr>
            <a:lvl4pPr>
              <a:defRPr sz="2100" b="0">
                <a:solidFill>
                  <a:srgbClr val="5F6D72"/>
                </a:solidFill>
                <a:latin typeface="Arial"/>
                <a:ea typeface="Arial"/>
                <a:cs typeface="Arial"/>
              </a:defRPr>
            </a:lvl4pPr>
            <a:lvl5pPr>
              <a:defRPr sz="2100" b="0">
                <a:solidFill>
                  <a:srgbClr val="5F6D72"/>
                </a:solidFill>
                <a:latin typeface="Arial"/>
                <a:ea typeface="Arial"/>
                <a:cs typeface="Arial"/>
              </a:defRPr>
            </a:lvl5pPr>
            <a:lvl6pPr>
              <a:defRPr sz="2100" b="0">
                <a:solidFill>
                  <a:srgbClr val="5F6D72"/>
                </a:solidFill>
                <a:latin typeface="Arial"/>
                <a:ea typeface="Arial"/>
                <a:cs typeface="Arial"/>
              </a:defRPr>
            </a:lvl6pPr>
            <a:lvl7pPr>
              <a:defRPr sz="2100" b="0">
                <a:solidFill>
                  <a:srgbClr val="5F6D72"/>
                </a:solidFill>
                <a:latin typeface="Arial"/>
                <a:ea typeface="Arial"/>
                <a:cs typeface="Arial"/>
              </a:defRPr>
            </a:lvl7pPr>
            <a:lvl8pPr>
              <a:defRPr sz="2100" b="0">
                <a:solidFill>
                  <a:srgbClr val="5F6D72"/>
                </a:solidFill>
                <a:latin typeface="Arial"/>
                <a:ea typeface="Arial"/>
                <a:cs typeface="Arial"/>
              </a:defRPr>
            </a:lvl8pPr>
            <a:lvl9pPr>
              <a:defRPr sz="2100" b="0">
                <a:solidFill>
                  <a:srgbClr val="5F6D72"/>
                </a:solidFill>
                <a:latin typeface="Arial"/>
                <a:ea typeface="Arial"/>
                <a:cs typeface="Arial"/>
              </a:defRPr>
            </a:lvl9pPr>
          </a:lstStyle>
          <a:p xmlns:a="http://schemas.openxmlformats.org/drawingml/2006/main">
            <a:pPr>
              <a:defRPr sz="2100" b="0">
                <a:solidFill>
                  <a:srgbClr val="5F6D72"/>
                </a:solidFill>
                <a:latin typeface="Arial"/>
                <a:ea typeface="Arial"/>
                <a:cs typeface="Arial"/>
              </a:defRPr>
            </a:pPr>
            <a:r>
              <a:rPr sz="2100" b="0">
                <a:solidFill>
                  <a:srgbClr val="5F6D72"/>
                </a:solidFill>
                <a:latin typeface="Arial"/>
                <a:ea typeface="Arial"/>
                <a:cs typeface="Arial"/>
              </a:rPr>
              <a:t>Source inspection and staff review remain important for critical decisions.</a:t>
            </a:r>
          </a:p>
        </p:txBody>
      </p:sp>
    </p:spTree>
    <p:extLst>
      <p:ext uri="{BB962C8B-B14F-4D97-AF65-F5344CB8AC3E}">
        <p14:creationId xmlns:p14="http://schemas.microsoft.com/office/powerpoint/2010/main" val="1477015868"/>
      </p:ext>
    </p:extLst>
  </p:cSld>
</p:sld>
</file>

<file path=ppt/slides/slide1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5F692D-A80A-4E37-8634-DAD8CC8BA441}"/>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76B64"/>
                </a:solidFill>
                <a:latin typeface="Arial"/>
                <a:ea typeface="Arial"/>
                <a:cs typeface="Arial"/>
              </a:defRPr>
            </a:defPPr>
            <a:lvl1pPr>
              <a:defRPr sz="1350" b="1">
                <a:solidFill>
                  <a:srgbClr val="176B64"/>
                </a:solidFill>
                <a:latin typeface="Arial"/>
                <a:ea typeface="Arial"/>
                <a:cs typeface="Arial"/>
              </a:defRPr>
            </a:lvl1pPr>
            <a:lvl2pPr>
              <a:defRPr sz="1350" b="1">
                <a:solidFill>
                  <a:srgbClr val="176B64"/>
                </a:solidFill>
                <a:latin typeface="Arial"/>
                <a:ea typeface="Arial"/>
                <a:cs typeface="Arial"/>
              </a:defRPr>
            </a:lvl2pPr>
            <a:lvl3pPr>
              <a:defRPr sz="1350" b="1">
                <a:solidFill>
                  <a:srgbClr val="176B64"/>
                </a:solidFill>
                <a:latin typeface="Arial"/>
                <a:ea typeface="Arial"/>
                <a:cs typeface="Arial"/>
              </a:defRPr>
            </a:lvl3pPr>
            <a:lvl4pPr>
              <a:defRPr sz="1350" b="1">
                <a:solidFill>
                  <a:srgbClr val="176B64"/>
                </a:solidFill>
                <a:latin typeface="Arial"/>
                <a:ea typeface="Arial"/>
                <a:cs typeface="Arial"/>
              </a:defRPr>
            </a:lvl4pPr>
            <a:lvl5pPr>
              <a:defRPr sz="1350" b="1">
                <a:solidFill>
                  <a:srgbClr val="176B64"/>
                </a:solidFill>
                <a:latin typeface="Arial"/>
                <a:ea typeface="Arial"/>
                <a:cs typeface="Arial"/>
              </a:defRPr>
            </a:lvl5pPr>
            <a:lvl6pPr>
              <a:defRPr sz="1350" b="1">
                <a:solidFill>
                  <a:srgbClr val="176B64"/>
                </a:solidFill>
                <a:latin typeface="Arial"/>
                <a:ea typeface="Arial"/>
                <a:cs typeface="Arial"/>
              </a:defRPr>
            </a:lvl6pPr>
            <a:lvl7pPr>
              <a:defRPr sz="1350" b="1">
                <a:solidFill>
                  <a:srgbClr val="176B64"/>
                </a:solidFill>
                <a:latin typeface="Arial"/>
                <a:ea typeface="Arial"/>
                <a:cs typeface="Arial"/>
              </a:defRPr>
            </a:lvl7pPr>
            <a:lvl8pPr>
              <a:defRPr sz="1350" b="1">
                <a:solidFill>
                  <a:srgbClr val="176B64"/>
                </a:solidFill>
                <a:latin typeface="Arial"/>
                <a:ea typeface="Arial"/>
                <a:cs typeface="Arial"/>
              </a:defRPr>
            </a:lvl8pPr>
            <a:lvl9pPr>
              <a:defRPr sz="1350" b="1">
                <a:solidFill>
                  <a:srgbClr val="176B64"/>
                </a:solidFill>
                <a:latin typeface="Arial"/>
                <a:ea typeface="Arial"/>
                <a:cs typeface="Arial"/>
              </a:defRPr>
            </a:lvl9pPr>
          </a:lstStyle>
          <a:p xmlns:a="http://schemas.openxmlformats.org/drawingml/2006/main">
            <a:pPr>
              <a:defRPr sz="1350" b="1">
                <a:solidFill>
                  <a:srgbClr val="176B64"/>
                </a:solidFill>
                <a:latin typeface="Arial"/>
                <a:ea typeface="Arial"/>
                <a:cs typeface="Arial"/>
              </a:defRPr>
            </a:pPr>
            <a:r>
              <a:rPr sz="1350" b="1">
                <a:solidFill>
                  <a:srgbClr val="176B64"/>
                </a:solidFill>
                <a:latin typeface="Arial"/>
                <a:ea typeface="Arial"/>
                <a:cs typeface="Arial"/>
              </a:rPr>
              <a:t>07  FUTURE SCOPE</a:t>
            </a:r>
          </a:p>
        </p:txBody>
      </p:sp>
      <p:sp>
        <p:nvSpPr>
          <p:cNvPr id="2" name="">
            <a:extLst xmlns:a="http://schemas.openxmlformats.org/drawingml/2006/main">
              <a:ext uri="{FF2B5EF4-FFF2-40B4-BE49-F238E27FC236}">
                <a16:creationId xmlns:a16="http://schemas.microsoft.com/office/drawing/2014/main" id="{4A622F0D-7D1E-443F-B9F5-F6A09B8569B4}"/>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42B35"/>
                </a:solidFill>
                <a:latin typeface="Arial"/>
                <a:ea typeface="Arial"/>
                <a:cs typeface="Arial"/>
              </a:defRPr>
            </a:defPPr>
            <a:lvl1pPr>
              <a:defRPr sz="3675" b="1">
                <a:solidFill>
                  <a:srgbClr val="142B35"/>
                </a:solidFill>
                <a:latin typeface="Arial"/>
                <a:ea typeface="Arial"/>
                <a:cs typeface="Arial"/>
              </a:defRPr>
            </a:lvl1pPr>
            <a:lvl2pPr>
              <a:defRPr sz="3675" b="1">
                <a:solidFill>
                  <a:srgbClr val="142B35"/>
                </a:solidFill>
                <a:latin typeface="Arial"/>
                <a:ea typeface="Arial"/>
                <a:cs typeface="Arial"/>
              </a:defRPr>
            </a:lvl2pPr>
            <a:lvl3pPr>
              <a:defRPr sz="3675" b="1">
                <a:solidFill>
                  <a:srgbClr val="142B35"/>
                </a:solidFill>
                <a:latin typeface="Arial"/>
                <a:ea typeface="Arial"/>
                <a:cs typeface="Arial"/>
              </a:defRPr>
            </a:lvl3pPr>
            <a:lvl4pPr>
              <a:defRPr sz="3675" b="1">
                <a:solidFill>
                  <a:srgbClr val="142B35"/>
                </a:solidFill>
                <a:latin typeface="Arial"/>
                <a:ea typeface="Arial"/>
                <a:cs typeface="Arial"/>
              </a:defRPr>
            </a:lvl4pPr>
            <a:lvl5pPr>
              <a:defRPr sz="3675" b="1">
                <a:solidFill>
                  <a:srgbClr val="142B35"/>
                </a:solidFill>
                <a:latin typeface="Arial"/>
                <a:ea typeface="Arial"/>
                <a:cs typeface="Arial"/>
              </a:defRPr>
            </a:lvl5pPr>
            <a:lvl6pPr>
              <a:defRPr sz="3675" b="1">
                <a:solidFill>
                  <a:srgbClr val="142B35"/>
                </a:solidFill>
                <a:latin typeface="Arial"/>
                <a:ea typeface="Arial"/>
                <a:cs typeface="Arial"/>
              </a:defRPr>
            </a:lvl6pPr>
            <a:lvl7pPr>
              <a:defRPr sz="3675" b="1">
                <a:solidFill>
                  <a:srgbClr val="142B35"/>
                </a:solidFill>
                <a:latin typeface="Arial"/>
                <a:ea typeface="Arial"/>
                <a:cs typeface="Arial"/>
              </a:defRPr>
            </a:lvl7pPr>
            <a:lvl8pPr>
              <a:defRPr sz="3675" b="1">
                <a:solidFill>
                  <a:srgbClr val="142B35"/>
                </a:solidFill>
                <a:latin typeface="Arial"/>
                <a:ea typeface="Arial"/>
                <a:cs typeface="Arial"/>
              </a:defRPr>
            </a:lvl8pPr>
            <a:lvl9pPr>
              <a:defRPr sz="3675" b="1">
                <a:solidFill>
                  <a:srgbClr val="142B35"/>
                </a:solidFill>
                <a:latin typeface="Arial"/>
                <a:ea typeface="Arial"/>
                <a:cs typeface="Arial"/>
              </a:defRPr>
            </a:lvl9pPr>
          </a:lstStyle>
          <a:p xmlns:a="http://schemas.openxmlformats.org/drawingml/2006/main">
            <a:pPr>
              <a:defRPr sz="3675" b="1">
                <a:solidFill>
                  <a:srgbClr val="142B35"/>
                </a:solidFill>
                <a:latin typeface="Arial"/>
                <a:ea typeface="Arial"/>
                <a:cs typeface="Arial"/>
              </a:defRPr>
            </a:pPr>
            <a:r>
              <a:rPr sz="3675" b="1">
                <a:solidFill>
                  <a:srgbClr val="142B35"/>
                </a:solidFill>
                <a:latin typeface="Arial"/>
                <a:ea typeface="Arial"/>
                <a:cs typeface="Arial"/>
              </a:rPr>
              <a:t>Beyond the two-account version</a:t>
            </a:r>
          </a:p>
        </p:txBody>
      </p:sp>
      <p:sp>
        <p:nvSpPr>
          <p:cNvPr id="3" name="">
            <a:extLst xmlns:a="http://schemas.openxmlformats.org/drawingml/2006/main">
              <a:ext uri="{FF2B5EF4-FFF2-40B4-BE49-F238E27FC236}">
                <a16:creationId xmlns:a16="http://schemas.microsoft.com/office/drawing/2014/main" id="{631426D4-9569-42A8-892D-8DF173CE3184}"/>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F6D72"/>
                </a:solidFill>
                <a:latin typeface="Arial"/>
                <a:ea typeface="Arial"/>
                <a:cs typeface="Arial"/>
              </a:defRPr>
            </a:defPPr>
            <a:lvl1pPr>
              <a:defRPr sz="975" b="0">
                <a:solidFill>
                  <a:srgbClr val="5F6D72"/>
                </a:solidFill>
                <a:latin typeface="Arial"/>
                <a:ea typeface="Arial"/>
                <a:cs typeface="Arial"/>
              </a:defRPr>
            </a:lvl1pPr>
            <a:lvl2pPr>
              <a:defRPr sz="975" b="0">
                <a:solidFill>
                  <a:srgbClr val="5F6D72"/>
                </a:solidFill>
                <a:latin typeface="Arial"/>
                <a:ea typeface="Arial"/>
                <a:cs typeface="Arial"/>
              </a:defRPr>
            </a:lvl2pPr>
            <a:lvl3pPr>
              <a:defRPr sz="975" b="0">
                <a:solidFill>
                  <a:srgbClr val="5F6D72"/>
                </a:solidFill>
                <a:latin typeface="Arial"/>
                <a:ea typeface="Arial"/>
                <a:cs typeface="Arial"/>
              </a:defRPr>
            </a:lvl3pPr>
            <a:lvl4pPr>
              <a:defRPr sz="975" b="0">
                <a:solidFill>
                  <a:srgbClr val="5F6D72"/>
                </a:solidFill>
                <a:latin typeface="Arial"/>
                <a:ea typeface="Arial"/>
                <a:cs typeface="Arial"/>
              </a:defRPr>
            </a:lvl4pPr>
            <a:lvl5pPr>
              <a:defRPr sz="975" b="0">
                <a:solidFill>
                  <a:srgbClr val="5F6D72"/>
                </a:solidFill>
                <a:latin typeface="Arial"/>
                <a:ea typeface="Arial"/>
                <a:cs typeface="Arial"/>
              </a:defRPr>
            </a:lvl5pPr>
            <a:lvl6pPr>
              <a:defRPr sz="975" b="0">
                <a:solidFill>
                  <a:srgbClr val="5F6D72"/>
                </a:solidFill>
                <a:latin typeface="Arial"/>
                <a:ea typeface="Arial"/>
                <a:cs typeface="Arial"/>
              </a:defRPr>
            </a:lvl6pPr>
            <a:lvl7pPr>
              <a:defRPr sz="975" b="0">
                <a:solidFill>
                  <a:srgbClr val="5F6D72"/>
                </a:solidFill>
                <a:latin typeface="Arial"/>
                <a:ea typeface="Arial"/>
                <a:cs typeface="Arial"/>
              </a:defRPr>
            </a:lvl7pPr>
            <a:lvl8pPr>
              <a:defRPr sz="975" b="0">
                <a:solidFill>
                  <a:srgbClr val="5F6D72"/>
                </a:solidFill>
                <a:latin typeface="Arial"/>
                <a:ea typeface="Arial"/>
                <a:cs typeface="Arial"/>
              </a:defRPr>
            </a:lvl8pPr>
            <a:lvl9pPr>
              <a:defRPr sz="975" b="0">
                <a:solidFill>
                  <a:srgbClr val="5F6D72"/>
                </a:solidFill>
                <a:latin typeface="Arial"/>
                <a:ea typeface="Arial"/>
                <a:cs typeface="Arial"/>
              </a:defRPr>
            </a:lvl9pPr>
          </a:lstStyle>
          <a:p xmlns:a="http://schemas.openxmlformats.org/drawingml/2006/main">
            <a:pPr>
              <a:defRPr sz="975" b="0">
                <a:solidFill>
                  <a:srgbClr val="5F6D72"/>
                </a:solidFill>
                <a:latin typeface="Arial"/>
                <a:ea typeface="Arial"/>
                <a:cs typeface="Arial"/>
              </a:defRPr>
            </a:pPr>
            <a:r>
              <a:rPr sz="975" b="0">
                <a:solidFill>
                  <a:srgbClr val="5F6D72"/>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80EA7372-7BF8-4FAE-A0F3-9707860200AF}"/>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B64"/>
                </a:solidFill>
                <a:latin typeface="Arial"/>
                <a:ea typeface="Arial"/>
                <a:cs typeface="Arial"/>
              </a:defRPr>
            </a:defPPr>
            <a:lvl1pPr>
              <a:defRPr sz="1500" b="1">
                <a:solidFill>
                  <a:srgbClr val="176B64"/>
                </a:solidFill>
                <a:latin typeface="Arial"/>
                <a:ea typeface="Arial"/>
                <a:cs typeface="Arial"/>
              </a:defRPr>
            </a:lvl1pPr>
            <a:lvl2pPr>
              <a:defRPr sz="1500" b="1">
                <a:solidFill>
                  <a:srgbClr val="176B64"/>
                </a:solidFill>
                <a:latin typeface="Arial"/>
                <a:ea typeface="Arial"/>
                <a:cs typeface="Arial"/>
              </a:defRPr>
            </a:lvl2pPr>
            <a:lvl3pPr>
              <a:defRPr sz="1500" b="1">
                <a:solidFill>
                  <a:srgbClr val="176B64"/>
                </a:solidFill>
                <a:latin typeface="Arial"/>
                <a:ea typeface="Arial"/>
                <a:cs typeface="Arial"/>
              </a:defRPr>
            </a:lvl3pPr>
            <a:lvl4pPr>
              <a:defRPr sz="1500" b="1">
                <a:solidFill>
                  <a:srgbClr val="176B64"/>
                </a:solidFill>
                <a:latin typeface="Arial"/>
                <a:ea typeface="Arial"/>
                <a:cs typeface="Arial"/>
              </a:defRPr>
            </a:lvl4pPr>
            <a:lvl5pPr>
              <a:defRPr sz="1500" b="1">
                <a:solidFill>
                  <a:srgbClr val="176B64"/>
                </a:solidFill>
                <a:latin typeface="Arial"/>
                <a:ea typeface="Arial"/>
                <a:cs typeface="Arial"/>
              </a:defRPr>
            </a:lvl5pPr>
            <a:lvl6pPr>
              <a:defRPr sz="1500" b="1">
                <a:solidFill>
                  <a:srgbClr val="176B64"/>
                </a:solidFill>
                <a:latin typeface="Arial"/>
                <a:ea typeface="Arial"/>
                <a:cs typeface="Arial"/>
              </a:defRPr>
            </a:lvl6pPr>
            <a:lvl7pPr>
              <a:defRPr sz="1500" b="1">
                <a:solidFill>
                  <a:srgbClr val="176B64"/>
                </a:solidFill>
                <a:latin typeface="Arial"/>
                <a:ea typeface="Arial"/>
                <a:cs typeface="Arial"/>
              </a:defRPr>
            </a:lvl7pPr>
            <a:lvl8pPr>
              <a:defRPr sz="1500" b="1">
                <a:solidFill>
                  <a:srgbClr val="176B64"/>
                </a:solidFill>
                <a:latin typeface="Arial"/>
                <a:ea typeface="Arial"/>
                <a:cs typeface="Arial"/>
              </a:defRPr>
            </a:lvl8pPr>
            <a:lvl9pPr>
              <a:defRPr sz="1500" b="1">
                <a:solidFill>
                  <a:srgbClr val="176B64"/>
                </a:solidFill>
                <a:latin typeface="Arial"/>
                <a:ea typeface="Arial"/>
                <a:cs typeface="Arial"/>
              </a:defRPr>
            </a:lvl9pPr>
          </a:lstStyle>
          <a:p xmlns:a="http://schemas.openxmlformats.org/drawingml/2006/main">
            <a:pPr>
              <a:defRPr sz="1500" b="1">
                <a:solidFill>
                  <a:srgbClr val="176B64"/>
                </a:solidFill>
                <a:latin typeface="Arial"/>
                <a:ea typeface="Arial"/>
                <a:cs typeface="Arial"/>
              </a:defRPr>
            </a:pPr>
            <a:r>
              <a:rPr sz="1500" b="1">
                <a:solidFill>
                  <a:srgbClr val="176B64"/>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A3329509-75C8-4CB7-90D0-15DEFF301946}"/>
              </a:ext>
            </a:extLst>
          </p:cNvPr>
          <p:cNvSpPr>
            <a:spLocks xmlns:a="http://schemas.openxmlformats.org/drawingml/2006/main" noGrp="1"/>
          </p:cNvSpPr>
          <p:nvPr/>
        </p:nvSpPr>
        <p:spPr>
          <a:xfrm xmlns:a="http://schemas.openxmlformats.org/drawingml/2006/main">
            <a:off x="609600" y="229552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Broader campus rollout</a:t>
            </a:r>
          </a:p>
        </p:txBody>
      </p:sp>
      <p:sp>
        <p:nvSpPr>
          <p:cNvPr id="6" name="">
            <a:extLst xmlns:a="http://schemas.openxmlformats.org/drawingml/2006/main">
              <a:ext uri="{FF2B5EF4-FFF2-40B4-BE49-F238E27FC236}">
                <a16:creationId xmlns:a16="http://schemas.microsoft.com/office/drawing/2014/main" id="{44E0DB98-EF99-45BD-92CA-9AEC01E8C605}"/>
              </a:ext>
            </a:extLst>
          </p:cNvPr>
          <p:cNvSpPr>
            <a:spLocks xmlns:a="http://schemas.openxmlformats.org/drawingml/2006/main" noGrp="1"/>
          </p:cNvSpPr>
          <p:nvPr/>
        </p:nvSpPr>
        <p:spPr>
          <a:xfrm xmlns:a="http://schemas.openxmlformats.org/drawingml/2006/main">
            <a:off x="609600" y="3028950"/>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More users and departments</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Scalable staff routing and deployment</a:t>
            </a:r>
          </a:p>
        </p:txBody>
      </p:sp>
      <p:sp>
        <p:nvSpPr>
          <p:cNvPr id="7" name="">
            <a:extLst xmlns:a="http://schemas.openxmlformats.org/drawingml/2006/main">
              <a:ext uri="{FF2B5EF4-FFF2-40B4-BE49-F238E27FC236}">
                <a16:creationId xmlns:a16="http://schemas.microsoft.com/office/drawing/2014/main" id="{58A3C15E-6948-41CE-AAEB-1DA9F9F7F3E6}"/>
              </a:ext>
            </a:extLst>
          </p:cNvPr>
          <p:cNvSpPr>
            <a:spLocks xmlns:a="http://schemas.openxmlformats.org/drawingml/2006/main" noGrp="1"/>
          </p:cNvSpPr>
          <p:nvPr/>
        </p:nvSpPr>
        <p:spPr>
          <a:xfrm xmlns:a="http://schemas.openxmlformats.org/drawingml/2006/main">
            <a:off x="6486525" y="229552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Source maintenance</a:t>
            </a:r>
          </a:p>
        </p:txBody>
      </p:sp>
      <p:sp>
        <p:nvSpPr>
          <p:cNvPr id="8" name="">
            <a:extLst xmlns:a="http://schemas.openxmlformats.org/drawingml/2006/main">
              <a:ext uri="{FF2B5EF4-FFF2-40B4-BE49-F238E27FC236}">
                <a16:creationId xmlns:a16="http://schemas.microsoft.com/office/drawing/2014/main" id="{1A9789C1-0EDE-4A17-AE84-C463462BDA59}"/>
              </a:ext>
            </a:extLst>
          </p:cNvPr>
          <p:cNvSpPr>
            <a:spLocks xmlns:a="http://schemas.openxmlformats.org/drawingml/2006/main" noGrp="1"/>
          </p:cNvSpPr>
          <p:nvPr/>
        </p:nvSpPr>
        <p:spPr>
          <a:xfrm xmlns:a="http://schemas.openxmlformats.org/drawingml/2006/main">
            <a:off x="6486525" y="3028950"/>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Scheduled refresh of official material</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Review changes before publishing</a:t>
            </a:r>
          </a:p>
        </p:txBody>
      </p:sp>
      <p:sp>
        <p:nvSpPr>
          <p:cNvPr id="9" name="">
            <a:extLst xmlns:a="http://schemas.openxmlformats.org/drawingml/2006/main">
              <a:ext uri="{FF2B5EF4-FFF2-40B4-BE49-F238E27FC236}">
                <a16:creationId xmlns:a16="http://schemas.microsoft.com/office/drawing/2014/main" id="{5B9CC53A-BF37-4341-92C9-F0159BEF1421}"/>
              </a:ext>
            </a:extLst>
          </p:cNvPr>
          <p:cNvSpPr>
            <a:spLocks xmlns:a="http://schemas.openxmlformats.org/drawingml/2006/main" noGrp="1"/>
          </p:cNvSpPr>
          <p:nvPr/>
        </p:nvSpPr>
        <p:spPr>
          <a:xfrm xmlns:a="http://schemas.openxmlformats.org/drawingml/2006/main">
            <a:off x="609600" y="42862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University integration</a:t>
            </a:r>
          </a:p>
        </p:txBody>
      </p:sp>
      <p:sp>
        <p:nvSpPr>
          <p:cNvPr id="10" name="">
            <a:extLst xmlns:a="http://schemas.openxmlformats.org/drawingml/2006/main">
              <a:ext uri="{FF2B5EF4-FFF2-40B4-BE49-F238E27FC236}">
                <a16:creationId xmlns:a16="http://schemas.microsoft.com/office/drawing/2014/main" id="{DFBD2241-CE20-404A-9650-6C9D7FD84BD6}"/>
              </a:ext>
            </a:extLst>
          </p:cNvPr>
          <p:cNvSpPr>
            <a:spLocks xmlns:a="http://schemas.openxmlformats.org/drawingml/2006/main" noGrp="1"/>
          </p:cNvSpPr>
          <p:nvPr/>
        </p:nvSpPr>
        <p:spPr>
          <a:xfrm xmlns:a="http://schemas.openxmlformats.org/drawingml/2006/main">
            <a:off x="609600" y="5019675"/>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Institutional sign-in</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Approved, scoped access to university systems</a:t>
            </a:r>
          </a:p>
        </p:txBody>
      </p:sp>
      <p:sp>
        <p:nvSpPr>
          <p:cNvPr id="11" name="">
            <a:extLst xmlns:a="http://schemas.openxmlformats.org/drawingml/2006/main">
              <a:ext uri="{FF2B5EF4-FFF2-40B4-BE49-F238E27FC236}">
                <a16:creationId xmlns:a16="http://schemas.microsoft.com/office/drawing/2014/main" id="{3A63C8E4-55B1-444C-8A1F-9B6226644F39}"/>
              </a:ext>
            </a:extLst>
          </p:cNvPr>
          <p:cNvSpPr>
            <a:spLocks xmlns:a="http://schemas.openxmlformats.org/drawingml/2006/main" noGrp="1"/>
          </p:cNvSpPr>
          <p:nvPr/>
        </p:nvSpPr>
        <p:spPr>
          <a:xfrm xmlns:a="http://schemas.openxmlformats.org/drawingml/2006/main">
            <a:off x="6486525" y="42862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4"/>
                </a:solidFill>
                <a:latin typeface="Arial"/>
                <a:ea typeface="Arial"/>
                <a:cs typeface="Arial"/>
              </a:defRPr>
            </a:defPPr>
            <a:lvl1pPr>
              <a:defRPr sz="2325" b="1">
                <a:solidFill>
                  <a:srgbClr val="176B64"/>
                </a:solidFill>
                <a:latin typeface="Arial"/>
                <a:ea typeface="Arial"/>
                <a:cs typeface="Arial"/>
              </a:defRPr>
            </a:lvl1pPr>
            <a:lvl2pPr>
              <a:defRPr sz="2325" b="1">
                <a:solidFill>
                  <a:srgbClr val="176B64"/>
                </a:solidFill>
                <a:latin typeface="Arial"/>
                <a:ea typeface="Arial"/>
                <a:cs typeface="Arial"/>
              </a:defRPr>
            </a:lvl2pPr>
            <a:lvl3pPr>
              <a:defRPr sz="2325" b="1">
                <a:solidFill>
                  <a:srgbClr val="176B64"/>
                </a:solidFill>
                <a:latin typeface="Arial"/>
                <a:ea typeface="Arial"/>
                <a:cs typeface="Arial"/>
              </a:defRPr>
            </a:lvl3pPr>
            <a:lvl4pPr>
              <a:defRPr sz="2325" b="1">
                <a:solidFill>
                  <a:srgbClr val="176B64"/>
                </a:solidFill>
                <a:latin typeface="Arial"/>
                <a:ea typeface="Arial"/>
                <a:cs typeface="Arial"/>
              </a:defRPr>
            </a:lvl4pPr>
            <a:lvl5pPr>
              <a:defRPr sz="2325" b="1">
                <a:solidFill>
                  <a:srgbClr val="176B64"/>
                </a:solidFill>
                <a:latin typeface="Arial"/>
                <a:ea typeface="Arial"/>
                <a:cs typeface="Arial"/>
              </a:defRPr>
            </a:lvl5pPr>
            <a:lvl6pPr>
              <a:defRPr sz="2325" b="1">
                <a:solidFill>
                  <a:srgbClr val="176B64"/>
                </a:solidFill>
                <a:latin typeface="Arial"/>
                <a:ea typeface="Arial"/>
                <a:cs typeface="Arial"/>
              </a:defRPr>
            </a:lvl6pPr>
            <a:lvl7pPr>
              <a:defRPr sz="2325" b="1">
                <a:solidFill>
                  <a:srgbClr val="176B64"/>
                </a:solidFill>
                <a:latin typeface="Arial"/>
                <a:ea typeface="Arial"/>
                <a:cs typeface="Arial"/>
              </a:defRPr>
            </a:lvl7pPr>
            <a:lvl8pPr>
              <a:defRPr sz="2325" b="1">
                <a:solidFill>
                  <a:srgbClr val="176B64"/>
                </a:solidFill>
                <a:latin typeface="Arial"/>
                <a:ea typeface="Arial"/>
                <a:cs typeface="Arial"/>
              </a:defRPr>
            </a:lvl8pPr>
            <a:lvl9pPr>
              <a:defRPr sz="2325" b="1">
                <a:solidFill>
                  <a:srgbClr val="176B64"/>
                </a:solidFill>
                <a:latin typeface="Arial"/>
                <a:ea typeface="Arial"/>
                <a:cs typeface="Arial"/>
              </a:defRPr>
            </a:lvl9pPr>
          </a:lstStyle>
          <a:p xmlns:a="http://schemas.openxmlformats.org/drawingml/2006/main">
            <a:pPr>
              <a:defRPr sz="2325" b="1">
                <a:solidFill>
                  <a:srgbClr val="176B64"/>
                </a:solidFill>
                <a:latin typeface="Arial"/>
                <a:ea typeface="Arial"/>
                <a:cs typeface="Arial"/>
              </a:defRPr>
            </a:pPr>
            <a:r>
              <a:rPr sz="2325" b="1">
                <a:solidFill>
                  <a:srgbClr val="176B64"/>
                </a:solidFill>
                <a:latin typeface="Arial"/>
                <a:ea typeface="Arial"/>
                <a:cs typeface="Arial"/>
              </a:rPr>
              <a:t>Institutional readiness</a:t>
            </a:r>
          </a:p>
        </p:txBody>
      </p:sp>
      <p:sp>
        <p:nvSpPr>
          <p:cNvPr id="12" name="">
            <a:extLst xmlns:a="http://schemas.openxmlformats.org/drawingml/2006/main">
              <a:ext uri="{FF2B5EF4-FFF2-40B4-BE49-F238E27FC236}">
                <a16:creationId xmlns:a16="http://schemas.microsoft.com/office/drawing/2014/main" id="{14CCDB66-67D3-4659-8EDE-6E12506D6976}"/>
              </a:ext>
            </a:extLst>
          </p:cNvPr>
          <p:cNvSpPr>
            <a:spLocks xmlns:a="http://schemas.openxmlformats.org/drawingml/2006/main" noGrp="1"/>
          </p:cNvSpPr>
          <p:nvPr/>
        </p:nvSpPr>
        <p:spPr>
          <a:xfrm xmlns:a="http://schemas.openxmlformats.org/drawingml/2006/main">
            <a:off x="6486525" y="5019675"/>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72"/>
                </a:solidFill>
                <a:latin typeface="Arial"/>
                <a:ea typeface="Arial"/>
                <a:cs typeface="Arial"/>
              </a:defRPr>
            </a:defPPr>
            <a:lvl1pPr>
              <a:defRPr sz="2025" b="0">
                <a:solidFill>
                  <a:srgbClr val="5F6D72"/>
                </a:solidFill>
                <a:latin typeface="Arial"/>
                <a:ea typeface="Arial"/>
                <a:cs typeface="Arial"/>
              </a:defRPr>
            </a:lvl1pPr>
            <a:lvl2pPr>
              <a:defRPr sz="2025" b="0">
                <a:solidFill>
                  <a:srgbClr val="5F6D72"/>
                </a:solidFill>
                <a:latin typeface="Arial"/>
                <a:ea typeface="Arial"/>
                <a:cs typeface="Arial"/>
              </a:defRPr>
            </a:lvl2pPr>
            <a:lvl3pPr>
              <a:defRPr sz="2025" b="0">
                <a:solidFill>
                  <a:srgbClr val="5F6D72"/>
                </a:solidFill>
                <a:latin typeface="Arial"/>
                <a:ea typeface="Arial"/>
                <a:cs typeface="Arial"/>
              </a:defRPr>
            </a:lvl3pPr>
            <a:lvl4pPr>
              <a:defRPr sz="2025" b="0">
                <a:solidFill>
                  <a:srgbClr val="5F6D72"/>
                </a:solidFill>
                <a:latin typeface="Arial"/>
                <a:ea typeface="Arial"/>
                <a:cs typeface="Arial"/>
              </a:defRPr>
            </a:lvl4pPr>
            <a:lvl5pPr>
              <a:defRPr sz="2025" b="0">
                <a:solidFill>
                  <a:srgbClr val="5F6D72"/>
                </a:solidFill>
                <a:latin typeface="Arial"/>
                <a:ea typeface="Arial"/>
                <a:cs typeface="Arial"/>
              </a:defRPr>
            </a:lvl5pPr>
            <a:lvl6pPr>
              <a:defRPr sz="2025" b="0">
                <a:solidFill>
                  <a:srgbClr val="5F6D72"/>
                </a:solidFill>
                <a:latin typeface="Arial"/>
                <a:ea typeface="Arial"/>
                <a:cs typeface="Arial"/>
              </a:defRPr>
            </a:lvl6pPr>
            <a:lvl7pPr>
              <a:defRPr sz="2025" b="0">
                <a:solidFill>
                  <a:srgbClr val="5F6D72"/>
                </a:solidFill>
                <a:latin typeface="Arial"/>
                <a:ea typeface="Arial"/>
                <a:cs typeface="Arial"/>
              </a:defRPr>
            </a:lvl7pPr>
            <a:lvl8pPr>
              <a:defRPr sz="2025" b="0">
                <a:solidFill>
                  <a:srgbClr val="5F6D72"/>
                </a:solidFill>
                <a:latin typeface="Arial"/>
                <a:ea typeface="Arial"/>
                <a:cs typeface="Arial"/>
              </a:defRPr>
            </a:lvl8pPr>
            <a:lvl9pPr>
              <a:defRPr sz="2025" b="0">
                <a:solidFill>
                  <a:srgbClr val="5F6D72"/>
                </a:solidFill>
                <a:latin typeface="Arial"/>
                <a:ea typeface="Arial"/>
                <a:cs typeface="Arial"/>
              </a:defRPr>
            </a:lvl9pPr>
          </a:lstStyle>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Privacy and retention policies</a:t>
            </a:r>
          </a:p>
          <a:p xmlns:a="http://schemas.openxmlformats.org/drawingml/2006/main">
            <a:pPr>
              <a:defRPr sz="2025" b="0">
                <a:solidFill>
                  <a:srgbClr val="5F6D72"/>
                </a:solidFill>
                <a:latin typeface="Arial"/>
                <a:ea typeface="Arial"/>
                <a:cs typeface="Arial"/>
              </a:defRPr>
            </a:pPr>
            <a:r>
              <a:rPr sz="2025" b="0">
                <a:solidFill>
                  <a:srgbClr val="5F6D72"/>
                </a:solidFill>
                <a:latin typeface="Arial"/>
                <a:ea typeface="Arial"/>
                <a:cs typeface="Arial"/>
              </a:rPr>
              <a:t>Staff review and wider accessibility checks</a:t>
            </a:r>
          </a:p>
        </p:txBody>
      </p:sp>
    </p:spTree>
    <p:extLst>
      <p:ext uri="{BB962C8B-B14F-4D97-AF65-F5344CB8AC3E}">
        <p14:creationId xmlns:p14="http://schemas.microsoft.com/office/powerpoint/2010/main" val="144838278"/>
      </p:ext>
    </p:extLst>
  </p:cSld>
</p:sld>
</file>

<file path=ppt/slides/slide11.xml><?xml version="1.0" encoding="utf-8"?>
<p:sld xmlns:p="http://schemas.openxmlformats.org/presentationml/2006/main">
  <p:cSld>
    <p:bg>
      <p:bgPr>
        <a:solidFill xmlns:a="http://schemas.openxmlformats.org/drawingml/2006/main">
          <a:srgbClr val="142B3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2D7FDD-F51D-4399-B80F-3ABB0A4BBE63}"/>
              </a:ext>
            </a:extLst>
          </p:cNvPr>
          <p:cNvSpPr>
            <a:spLocks xmlns:a="http://schemas.openxmlformats.org/drawingml/2006/main" noGrp="1"/>
          </p:cNvSpPr>
          <p:nvPr/>
        </p:nvSpPr>
        <p:spPr>
          <a:xfrm xmlns:a="http://schemas.openxmlformats.org/drawingml/2006/main">
            <a:off x="609600" y="361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CFE5DF"/>
                </a:solidFill>
                <a:latin typeface="Arial"/>
                <a:ea typeface="Arial"/>
                <a:cs typeface="Arial"/>
              </a:defRPr>
            </a:defPPr>
            <a:lvl1pPr>
              <a:defRPr sz="1350" b="1">
                <a:solidFill>
                  <a:srgbClr val="CFE5DF"/>
                </a:solidFill>
                <a:latin typeface="Arial"/>
                <a:ea typeface="Arial"/>
                <a:cs typeface="Arial"/>
              </a:defRPr>
            </a:lvl1pPr>
            <a:lvl2pPr>
              <a:defRPr sz="1350" b="1">
                <a:solidFill>
                  <a:srgbClr val="CFE5DF"/>
                </a:solidFill>
                <a:latin typeface="Arial"/>
                <a:ea typeface="Arial"/>
                <a:cs typeface="Arial"/>
              </a:defRPr>
            </a:lvl2pPr>
            <a:lvl3pPr>
              <a:defRPr sz="1350" b="1">
                <a:solidFill>
                  <a:srgbClr val="CFE5DF"/>
                </a:solidFill>
                <a:latin typeface="Arial"/>
                <a:ea typeface="Arial"/>
                <a:cs typeface="Arial"/>
              </a:defRPr>
            </a:lvl3pPr>
            <a:lvl4pPr>
              <a:defRPr sz="1350" b="1">
                <a:solidFill>
                  <a:srgbClr val="CFE5DF"/>
                </a:solidFill>
                <a:latin typeface="Arial"/>
                <a:ea typeface="Arial"/>
                <a:cs typeface="Arial"/>
              </a:defRPr>
            </a:lvl4pPr>
            <a:lvl5pPr>
              <a:defRPr sz="1350" b="1">
                <a:solidFill>
                  <a:srgbClr val="CFE5DF"/>
                </a:solidFill>
                <a:latin typeface="Arial"/>
                <a:ea typeface="Arial"/>
                <a:cs typeface="Arial"/>
              </a:defRPr>
            </a:lvl5pPr>
            <a:lvl6pPr>
              <a:defRPr sz="1350" b="1">
                <a:solidFill>
                  <a:srgbClr val="CFE5DF"/>
                </a:solidFill>
                <a:latin typeface="Arial"/>
                <a:ea typeface="Arial"/>
                <a:cs typeface="Arial"/>
              </a:defRPr>
            </a:lvl6pPr>
            <a:lvl7pPr>
              <a:defRPr sz="1350" b="1">
                <a:solidFill>
                  <a:srgbClr val="CFE5DF"/>
                </a:solidFill>
                <a:latin typeface="Arial"/>
                <a:ea typeface="Arial"/>
                <a:cs typeface="Arial"/>
              </a:defRPr>
            </a:lvl7pPr>
            <a:lvl8pPr>
              <a:defRPr sz="1350" b="1">
                <a:solidFill>
                  <a:srgbClr val="CFE5DF"/>
                </a:solidFill>
                <a:latin typeface="Arial"/>
                <a:ea typeface="Arial"/>
                <a:cs typeface="Arial"/>
              </a:defRPr>
            </a:lvl8pPr>
            <a:lvl9pPr>
              <a:defRPr sz="1350" b="1">
                <a:solidFill>
                  <a:srgbClr val="CFE5DF"/>
                </a:solidFill>
                <a:latin typeface="Arial"/>
                <a:ea typeface="Arial"/>
                <a:cs typeface="Arial"/>
              </a:defRPr>
            </a:lvl9pPr>
          </a:lstStyle>
          <a:p xmlns:a="http://schemas.openxmlformats.org/drawingml/2006/main">
            <a:pPr>
              <a:defRPr sz="1350" b="1">
                <a:solidFill>
                  <a:srgbClr val="CFE5DF"/>
                </a:solidFill>
                <a:latin typeface="Arial"/>
                <a:ea typeface="Arial"/>
                <a:cs typeface="Arial"/>
              </a:defRPr>
            </a:pPr>
            <a:r>
              <a:rPr sz="1350" b="1">
                <a:solidFill>
                  <a:srgbClr val="CFE5DF"/>
                </a:solidFill>
                <a:latin typeface="Arial"/>
                <a:ea typeface="Arial"/>
                <a:cs typeface="Arial"/>
              </a:rPr>
              <a:t>08  CONCLUSION</a:t>
            </a:r>
          </a:p>
        </p:txBody>
      </p:sp>
      <p:sp>
        <p:nvSpPr>
          <p:cNvPr id="2" name="">
            <a:extLst xmlns:a="http://schemas.openxmlformats.org/drawingml/2006/main">
              <a:ext uri="{FF2B5EF4-FFF2-40B4-BE49-F238E27FC236}">
                <a16:creationId xmlns:a16="http://schemas.microsoft.com/office/drawing/2014/main" id="{0FBBD8DF-E4DF-416D-B72B-CF2E99F76CCF}"/>
              </a:ext>
            </a:extLst>
          </p:cNvPr>
          <p:cNvSpPr>
            <a:spLocks xmlns:a="http://schemas.openxmlformats.org/drawingml/2006/main" noGrp="1"/>
          </p:cNvSpPr>
          <p:nvPr/>
        </p:nvSpPr>
        <p:spPr>
          <a:xfrm xmlns:a="http://schemas.openxmlformats.org/drawingml/2006/main">
            <a:off x="609600" y="95250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FFFFF"/>
                </a:solidFill>
                <a:latin typeface="Arial"/>
                <a:ea typeface="Arial"/>
                <a:cs typeface="Arial"/>
              </a:defRPr>
            </a:defPPr>
            <a:lvl1pPr>
              <a:defRPr sz="3675" b="1">
                <a:solidFill>
                  <a:srgbClr val="FFFFFF"/>
                </a:solidFill>
                <a:latin typeface="Arial"/>
                <a:ea typeface="Arial"/>
                <a:cs typeface="Arial"/>
              </a:defRPr>
            </a:lvl1pPr>
            <a:lvl2pPr>
              <a:defRPr sz="3675" b="1">
                <a:solidFill>
                  <a:srgbClr val="FFFFFF"/>
                </a:solidFill>
                <a:latin typeface="Arial"/>
                <a:ea typeface="Arial"/>
                <a:cs typeface="Arial"/>
              </a:defRPr>
            </a:lvl2pPr>
            <a:lvl3pPr>
              <a:defRPr sz="3675" b="1">
                <a:solidFill>
                  <a:srgbClr val="FFFFFF"/>
                </a:solidFill>
                <a:latin typeface="Arial"/>
                <a:ea typeface="Arial"/>
                <a:cs typeface="Arial"/>
              </a:defRPr>
            </a:lvl3pPr>
            <a:lvl4pPr>
              <a:defRPr sz="3675" b="1">
                <a:solidFill>
                  <a:srgbClr val="FFFFFF"/>
                </a:solidFill>
                <a:latin typeface="Arial"/>
                <a:ea typeface="Arial"/>
                <a:cs typeface="Arial"/>
              </a:defRPr>
            </a:lvl4pPr>
            <a:lvl5pPr>
              <a:defRPr sz="3675" b="1">
                <a:solidFill>
                  <a:srgbClr val="FFFFFF"/>
                </a:solidFill>
                <a:latin typeface="Arial"/>
                <a:ea typeface="Arial"/>
                <a:cs typeface="Arial"/>
              </a:defRPr>
            </a:lvl5pPr>
            <a:lvl6pPr>
              <a:defRPr sz="3675" b="1">
                <a:solidFill>
                  <a:srgbClr val="FFFFFF"/>
                </a:solidFill>
                <a:latin typeface="Arial"/>
                <a:ea typeface="Arial"/>
                <a:cs typeface="Arial"/>
              </a:defRPr>
            </a:lvl6pPr>
            <a:lvl7pPr>
              <a:defRPr sz="3675" b="1">
                <a:solidFill>
                  <a:srgbClr val="FFFFFF"/>
                </a:solidFill>
                <a:latin typeface="Arial"/>
                <a:ea typeface="Arial"/>
                <a:cs typeface="Arial"/>
              </a:defRPr>
            </a:lvl7pPr>
            <a:lvl8pPr>
              <a:defRPr sz="3675" b="1">
                <a:solidFill>
                  <a:srgbClr val="FFFFFF"/>
                </a:solidFill>
                <a:latin typeface="Arial"/>
                <a:ea typeface="Arial"/>
                <a:cs typeface="Arial"/>
              </a:defRPr>
            </a:lvl8pPr>
            <a:lvl9pPr>
              <a:defRPr sz="3675" b="1">
                <a:solidFill>
                  <a:srgbClr val="FFFFFF"/>
                </a:solidFill>
                <a:latin typeface="Arial"/>
                <a:ea typeface="Arial"/>
                <a:cs typeface="Arial"/>
              </a:defRPr>
            </a:lvl9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AI guidance with a human continuation</a:t>
            </a:r>
          </a:p>
        </p:txBody>
      </p:sp>
      <p:sp>
        <p:nvSpPr>
          <p:cNvPr id="3" name="">
            <a:extLst xmlns:a="http://schemas.openxmlformats.org/drawingml/2006/main">
              <a:ext uri="{FF2B5EF4-FFF2-40B4-BE49-F238E27FC236}">
                <a16:creationId xmlns:a16="http://schemas.microsoft.com/office/drawing/2014/main" id="{2E97561A-3E32-4C10-819D-0F7EF11F15E5}"/>
              </a:ext>
            </a:extLst>
          </p:cNvPr>
          <p:cNvSpPr>
            <a:spLocks xmlns:a="http://schemas.openxmlformats.org/drawingml/2006/main" noGrp="1"/>
          </p:cNvSpPr>
          <p:nvPr/>
        </p:nvSpPr>
        <p:spPr>
          <a:xfrm xmlns:a="http://schemas.openxmlformats.org/drawingml/2006/main">
            <a:off x="609600" y="642937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FE5DF"/>
                </a:solidFill>
                <a:latin typeface="Arial"/>
                <a:ea typeface="Arial"/>
                <a:cs typeface="Arial"/>
              </a:defRPr>
            </a:defPPr>
            <a:lvl1pPr>
              <a:defRPr sz="975" b="0">
                <a:solidFill>
                  <a:srgbClr val="CFE5DF"/>
                </a:solidFill>
                <a:latin typeface="Arial"/>
                <a:ea typeface="Arial"/>
                <a:cs typeface="Arial"/>
              </a:defRPr>
            </a:lvl1pPr>
            <a:lvl2pPr>
              <a:defRPr sz="975" b="0">
                <a:solidFill>
                  <a:srgbClr val="CFE5DF"/>
                </a:solidFill>
                <a:latin typeface="Arial"/>
                <a:ea typeface="Arial"/>
                <a:cs typeface="Arial"/>
              </a:defRPr>
            </a:lvl2pPr>
            <a:lvl3pPr>
              <a:defRPr sz="975" b="0">
                <a:solidFill>
                  <a:srgbClr val="CFE5DF"/>
                </a:solidFill>
                <a:latin typeface="Arial"/>
                <a:ea typeface="Arial"/>
                <a:cs typeface="Arial"/>
              </a:defRPr>
            </a:lvl3pPr>
            <a:lvl4pPr>
              <a:defRPr sz="975" b="0">
                <a:solidFill>
                  <a:srgbClr val="CFE5DF"/>
                </a:solidFill>
                <a:latin typeface="Arial"/>
                <a:ea typeface="Arial"/>
                <a:cs typeface="Arial"/>
              </a:defRPr>
            </a:lvl4pPr>
            <a:lvl5pPr>
              <a:defRPr sz="975" b="0">
                <a:solidFill>
                  <a:srgbClr val="CFE5DF"/>
                </a:solidFill>
                <a:latin typeface="Arial"/>
                <a:ea typeface="Arial"/>
                <a:cs typeface="Arial"/>
              </a:defRPr>
            </a:lvl5pPr>
            <a:lvl6pPr>
              <a:defRPr sz="975" b="0">
                <a:solidFill>
                  <a:srgbClr val="CFE5DF"/>
                </a:solidFill>
                <a:latin typeface="Arial"/>
                <a:ea typeface="Arial"/>
                <a:cs typeface="Arial"/>
              </a:defRPr>
            </a:lvl6pPr>
            <a:lvl7pPr>
              <a:defRPr sz="975" b="0">
                <a:solidFill>
                  <a:srgbClr val="CFE5DF"/>
                </a:solidFill>
                <a:latin typeface="Arial"/>
                <a:ea typeface="Arial"/>
                <a:cs typeface="Arial"/>
              </a:defRPr>
            </a:lvl7pPr>
            <a:lvl8pPr>
              <a:defRPr sz="975" b="0">
                <a:solidFill>
                  <a:srgbClr val="CFE5DF"/>
                </a:solidFill>
                <a:latin typeface="Arial"/>
                <a:ea typeface="Arial"/>
                <a:cs typeface="Arial"/>
              </a:defRPr>
            </a:lvl8pPr>
            <a:lvl9pPr>
              <a:defRPr sz="975" b="0">
                <a:solidFill>
                  <a:srgbClr val="CFE5DF"/>
                </a:solidFill>
                <a:latin typeface="Arial"/>
                <a:ea typeface="Arial"/>
                <a:cs typeface="Arial"/>
              </a:defRPr>
            </a:lvl9pPr>
          </a:lstStyle>
          <a:p xmlns:a="http://schemas.openxmlformats.org/drawingml/2006/main">
            <a:pPr>
              <a:defRPr sz="975" b="0">
                <a:solidFill>
                  <a:srgbClr val="CFE5DF"/>
                </a:solidFill>
                <a:latin typeface="Arial"/>
                <a:ea typeface="Arial"/>
                <a:cs typeface="Arial"/>
              </a:defRPr>
            </a:pPr>
            <a:r>
              <a:rPr sz="975" b="0">
                <a:solidFill>
                  <a:srgbClr val="CFE5DF"/>
                </a:solidFill>
                <a:latin typeface="Arial"/>
                <a:ea typeface="Arial"/>
                <a:cs typeface="Arial"/>
              </a:rPr>
              <a:t>CAMPUS HELPDESK</a:t>
            </a:r>
          </a:p>
        </p:txBody>
      </p:sp>
      <p:sp>
        <p:nvSpPr>
          <p:cNvPr id="4" name="">
            <a:extLst xmlns:a="http://schemas.openxmlformats.org/drawingml/2006/main">
              <a:ext uri="{FF2B5EF4-FFF2-40B4-BE49-F238E27FC236}">
                <a16:creationId xmlns:a16="http://schemas.microsoft.com/office/drawing/2014/main" id="{389D0038-D463-4E17-9781-857C605F283A}"/>
              </a:ext>
            </a:extLst>
          </p:cNvPr>
          <p:cNvSpPr>
            <a:spLocks xmlns:a="http://schemas.openxmlformats.org/drawingml/2006/main" noGrp="1"/>
          </p:cNvSpPr>
          <p:nvPr/>
        </p:nvSpPr>
        <p:spPr>
          <a:xfrm xmlns:a="http://schemas.openxmlformats.org/drawingml/2006/main">
            <a:off x="10953750" y="637222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CFE5DF"/>
                </a:solidFill>
                <a:latin typeface="Arial"/>
                <a:ea typeface="Arial"/>
                <a:cs typeface="Arial"/>
              </a:defRPr>
            </a:defPPr>
            <a:lvl1pPr>
              <a:defRPr sz="1500" b="1">
                <a:solidFill>
                  <a:srgbClr val="CFE5DF"/>
                </a:solidFill>
                <a:latin typeface="Arial"/>
                <a:ea typeface="Arial"/>
                <a:cs typeface="Arial"/>
              </a:defRPr>
            </a:lvl1pPr>
            <a:lvl2pPr>
              <a:defRPr sz="1500" b="1">
                <a:solidFill>
                  <a:srgbClr val="CFE5DF"/>
                </a:solidFill>
                <a:latin typeface="Arial"/>
                <a:ea typeface="Arial"/>
                <a:cs typeface="Arial"/>
              </a:defRPr>
            </a:lvl2pPr>
            <a:lvl3pPr>
              <a:defRPr sz="1500" b="1">
                <a:solidFill>
                  <a:srgbClr val="CFE5DF"/>
                </a:solidFill>
                <a:latin typeface="Arial"/>
                <a:ea typeface="Arial"/>
                <a:cs typeface="Arial"/>
              </a:defRPr>
            </a:lvl3pPr>
            <a:lvl4pPr>
              <a:defRPr sz="1500" b="1">
                <a:solidFill>
                  <a:srgbClr val="CFE5DF"/>
                </a:solidFill>
                <a:latin typeface="Arial"/>
                <a:ea typeface="Arial"/>
                <a:cs typeface="Arial"/>
              </a:defRPr>
            </a:lvl4pPr>
            <a:lvl5pPr>
              <a:defRPr sz="1500" b="1">
                <a:solidFill>
                  <a:srgbClr val="CFE5DF"/>
                </a:solidFill>
                <a:latin typeface="Arial"/>
                <a:ea typeface="Arial"/>
                <a:cs typeface="Arial"/>
              </a:defRPr>
            </a:lvl5pPr>
            <a:lvl6pPr>
              <a:defRPr sz="1500" b="1">
                <a:solidFill>
                  <a:srgbClr val="CFE5DF"/>
                </a:solidFill>
                <a:latin typeface="Arial"/>
                <a:ea typeface="Arial"/>
                <a:cs typeface="Arial"/>
              </a:defRPr>
            </a:lvl6pPr>
            <a:lvl7pPr>
              <a:defRPr sz="1500" b="1">
                <a:solidFill>
                  <a:srgbClr val="CFE5DF"/>
                </a:solidFill>
                <a:latin typeface="Arial"/>
                <a:ea typeface="Arial"/>
                <a:cs typeface="Arial"/>
              </a:defRPr>
            </a:lvl7pPr>
            <a:lvl8pPr>
              <a:defRPr sz="1500" b="1">
                <a:solidFill>
                  <a:srgbClr val="CFE5DF"/>
                </a:solidFill>
                <a:latin typeface="Arial"/>
                <a:ea typeface="Arial"/>
                <a:cs typeface="Arial"/>
              </a:defRPr>
            </a:lvl8pPr>
            <a:lvl9pPr>
              <a:defRPr sz="1500" b="1">
                <a:solidFill>
                  <a:srgbClr val="CFE5DF"/>
                </a:solidFill>
                <a:latin typeface="Arial"/>
                <a:ea typeface="Arial"/>
                <a:cs typeface="Arial"/>
              </a:defRPr>
            </a:lvl9pPr>
          </a:lstStyle>
          <a:p xmlns:a="http://schemas.openxmlformats.org/drawingml/2006/main">
            <a:pPr>
              <a:defRPr sz="1500" b="1">
                <a:solidFill>
                  <a:srgbClr val="CFE5DF"/>
                </a:solidFill>
                <a:latin typeface="Arial"/>
                <a:ea typeface="Arial"/>
                <a:cs typeface="Arial"/>
              </a:defRPr>
            </a:pPr>
            <a:r>
              <a:rPr sz="1500" b="1">
                <a:solidFill>
                  <a:srgbClr val="CFE5DF"/>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2AA0EE1-8F4F-44C7-94ED-93658F4A8FEE}"/>
              </a:ext>
            </a:extLst>
          </p:cNvPr>
          <p:cNvSpPr>
            <a:spLocks xmlns:a="http://schemas.openxmlformats.org/drawingml/2006/main" noGrp="1"/>
          </p:cNvSpPr>
          <p:nvPr/>
        </p:nvSpPr>
        <p:spPr>
          <a:xfrm xmlns:a="http://schemas.openxmlformats.org/drawingml/2006/main">
            <a:off x="609600" y="23241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CFE5DF"/>
                </a:solidFill>
                <a:latin typeface="Arial"/>
                <a:ea typeface="Arial"/>
                <a:cs typeface="Arial"/>
              </a:defRPr>
            </a:defPPr>
            <a:lvl1pPr>
              <a:defRPr sz="2400" b="1">
                <a:solidFill>
                  <a:srgbClr val="CFE5DF"/>
                </a:solidFill>
                <a:latin typeface="Arial"/>
                <a:ea typeface="Arial"/>
                <a:cs typeface="Arial"/>
              </a:defRPr>
            </a:lvl1pPr>
            <a:lvl2pPr>
              <a:defRPr sz="2400" b="1">
                <a:solidFill>
                  <a:srgbClr val="CFE5DF"/>
                </a:solidFill>
                <a:latin typeface="Arial"/>
                <a:ea typeface="Arial"/>
                <a:cs typeface="Arial"/>
              </a:defRPr>
            </a:lvl2pPr>
            <a:lvl3pPr>
              <a:defRPr sz="2400" b="1">
                <a:solidFill>
                  <a:srgbClr val="CFE5DF"/>
                </a:solidFill>
                <a:latin typeface="Arial"/>
                <a:ea typeface="Arial"/>
                <a:cs typeface="Arial"/>
              </a:defRPr>
            </a:lvl3pPr>
            <a:lvl4pPr>
              <a:defRPr sz="2400" b="1">
                <a:solidFill>
                  <a:srgbClr val="CFE5DF"/>
                </a:solidFill>
                <a:latin typeface="Arial"/>
                <a:ea typeface="Arial"/>
                <a:cs typeface="Arial"/>
              </a:defRPr>
            </a:lvl4pPr>
            <a:lvl5pPr>
              <a:defRPr sz="2400" b="1">
                <a:solidFill>
                  <a:srgbClr val="CFE5DF"/>
                </a:solidFill>
                <a:latin typeface="Arial"/>
                <a:ea typeface="Arial"/>
                <a:cs typeface="Arial"/>
              </a:defRPr>
            </a:lvl5pPr>
            <a:lvl6pPr>
              <a:defRPr sz="2400" b="1">
                <a:solidFill>
                  <a:srgbClr val="CFE5DF"/>
                </a:solidFill>
                <a:latin typeface="Arial"/>
                <a:ea typeface="Arial"/>
                <a:cs typeface="Arial"/>
              </a:defRPr>
            </a:lvl6pPr>
            <a:lvl7pPr>
              <a:defRPr sz="2400" b="1">
                <a:solidFill>
                  <a:srgbClr val="CFE5DF"/>
                </a:solidFill>
                <a:latin typeface="Arial"/>
                <a:ea typeface="Arial"/>
                <a:cs typeface="Arial"/>
              </a:defRPr>
            </a:lvl7pPr>
            <a:lvl8pPr>
              <a:defRPr sz="2400" b="1">
                <a:solidFill>
                  <a:srgbClr val="CFE5DF"/>
                </a:solidFill>
                <a:latin typeface="Arial"/>
                <a:ea typeface="Arial"/>
                <a:cs typeface="Arial"/>
              </a:defRPr>
            </a:lvl8pPr>
            <a:lvl9pPr>
              <a:defRPr sz="2400" b="1">
                <a:solidFill>
                  <a:srgbClr val="CFE5DF"/>
                </a:solidFill>
                <a:latin typeface="Arial"/>
                <a:ea typeface="Arial"/>
                <a:cs typeface="Arial"/>
              </a:defRPr>
            </a:lvl9pPr>
          </a:lstStyle>
          <a:p xmlns:a="http://schemas.openxmlformats.org/drawingml/2006/main">
            <a:pPr>
              <a:defRPr sz="2400" b="1">
                <a:solidFill>
                  <a:srgbClr val="CFE5DF"/>
                </a:solidFill>
                <a:latin typeface="Arial"/>
                <a:ea typeface="Arial"/>
                <a:cs typeface="Arial"/>
              </a:defRPr>
            </a:pPr>
            <a:r>
              <a:rPr sz="2400" b="1">
                <a:solidFill>
                  <a:srgbClr val="CFE5DF"/>
                </a:solidFill>
                <a:latin typeface="Arial"/>
                <a:ea typeface="Arial"/>
                <a:cs typeface="Arial"/>
              </a:rPr>
              <a:t>Implemented</a:t>
            </a:r>
          </a:p>
        </p:txBody>
      </p:sp>
      <p:sp>
        <p:nvSpPr>
          <p:cNvPr id="6" name="">
            <a:extLst xmlns:a="http://schemas.openxmlformats.org/drawingml/2006/main">
              <a:ext uri="{FF2B5EF4-FFF2-40B4-BE49-F238E27FC236}">
                <a16:creationId xmlns:a16="http://schemas.microsoft.com/office/drawing/2014/main" id="{DFCF6D6D-D524-42DB-A408-B778C92FEBD5}"/>
              </a:ext>
            </a:extLst>
          </p:cNvPr>
          <p:cNvSpPr>
            <a:spLocks xmlns:a="http://schemas.openxmlformats.org/drawingml/2006/main" noGrp="1"/>
          </p:cNvSpPr>
          <p:nvPr/>
        </p:nvSpPr>
        <p:spPr>
          <a:xfrm xmlns:a="http://schemas.openxmlformats.org/drawingml/2006/main">
            <a:off x="4095750" y="2324100"/>
            <a:ext cx="73818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Cited answers, saved chats</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and live staff support</a:t>
            </a:r>
          </a:p>
        </p:txBody>
      </p:sp>
      <p:sp>
        <p:nvSpPr>
          <p:cNvPr id="7" name="">
            <a:extLst xmlns:a="http://schemas.openxmlformats.org/drawingml/2006/main">
              <a:ext uri="{FF2B5EF4-FFF2-40B4-BE49-F238E27FC236}">
                <a16:creationId xmlns:a16="http://schemas.microsoft.com/office/drawing/2014/main" id="{716B284C-D315-4EF9-81C5-E19929E29C1B}"/>
              </a:ext>
            </a:extLst>
          </p:cNvPr>
          <p:cNvSpPr>
            <a:spLocks xmlns:a="http://schemas.openxmlformats.org/drawingml/2006/main" noGrp="1"/>
          </p:cNvSpPr>
          <p:nvPr/>
        </p:nvSpPr>
        <p:spPr>
          <a:xfrm xmlns:a="http://schemas.openxmlformats.org/drawingml/2006/main">
            <a:off x="609600" y="44005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CFE5DF"/>
                </a:solidFill>
                <a:latin typeface="Arial"/>
                <a:ea typeface="Arial"/>
                <a:cs typeface="Arial"/>
              </a:defRPr>
            </a:defPPr>
            <a:lvl1pPr>
              <a:defRPr sz="2400" b="1">
                <a:solidFill>
                  <a:srgbClr val="CFE5DF"/>
                </a:solidFill>
                <a:latin typeface="Arial"/>
                <a:ea typeface="Arial"/>
                <a:cs typeface="Arial"/>
              </a:defRPr>
            </a:lvl1pPr>
            <a:lvl2pPr>
              <a:defRPr sz="2400" b="1">
                <a:solidFill>
                  <a:srgbClr val="CFE5DF"/>
                </a:solidFill>
                <a:latin typeface="Arial"/>
                <a:ea typeface="Arial"/>
                <a:cs typeface="Arial"/>
              </a:defRPr>
            </a:lvl2pPr>
            <a:lvl3pPr>
              <a:defRPr sz="2400" b="1">
                <a:solidFill>
                  <a:srgbClr val="CFE5DF"/>
                </a:solidFill>
                <a:latin typeface="Arial"/>
                <a:ea typeface="Arial"/>
                <a:cs typeface="Arial"/>
              </a:defRPr>
            </a:lvl3pPr>
            <a:lvl4pPr>
              <a:defRPr sz="2400" b="1">
                <a:solidFill>
                  <a:srgbClr val="CFE5DF"/>
                </a:solidFill>
                <a:latin typeface="Arial"/>
                <a:ea typeface="Arial"/>
                <a:cs typeface="Arial"/>
              </a:defRPr>
            </a:lvl4pPr>
            <a:lvl5pPr>
              <a:defRPr sz="2400" b="1">
                <a:solidFill>
                  <a:srgbClr val="CFE5DF"/>
                </a:solidFill>
                <a:latin typeface="Arial"/>
                <a:ea typeface="Arial"/>
                <a:cs typeface="Arial"/>
              </a:defRPr>
            </a:lvl5pPr>
            <a:lvl6pPr>
              <a:defRPr sz="2400" b="1">
                <a:solidFill>
                  <a:srgbClr val="CFE5DF"/>
                </a:solidFill>
                <a:latin typeface="Arial"/>
                <a:ea typeface="Arial"/>
                <a:cs typeface="Arial"/>
              </a:defRPr>
            </a:lvl6pPr>
            <a:lvl7pPr>
              <a:defRPr sz="2400" b="1">
                <a:solidFill>
                  <a:srgbClr val="CFE5DF"/>
                </a:solidFill>
                <a:latin typeface="Arial"/>
                <a:ea typeface="Arial"/>
                <a:cs typeface="Arial"/>
              </a:defRPr>
            </a:lvl7pPr>
            <a:lvl8pPr>
              <a:defRPr sz="2400" b="1">
                <a:solidFill>
                  <a:srgbClr val="CFE5DF"/>
                </a:solidFill>
                <a:latin typeface="Arial"/>
                <a:ea typeface="Arial"/>
                <a:cs typeface="Arial"/>
              </a:defRPr>
            </a:lvl8pPr>
            <a:lvl9pPr>
              <a:defRPr sz="2400" b="1">
                <a:solidFill>
                  <a:srgbClr val="CFE5DF"/>
                </a:solidFill>
                <a:latin typeface="Arial"/>
                <a:ea typeface="Arial"/>
                <a:cs typeface="Arial"/>
              </a:defRPr>
            </a:lvl9pPr>
          </a:lstStyle>
          <a:p xmlns:a="http://schemas.openxmlformats.org/drawingml/2006/main">
            <a:pPr>
              <a:defRPr sz="2400" b="1">
                <a:solidFill>
                  <a:srgbClr val="CFE5DF"/>
                </a:solidFill>
                <a:latin typeface="Arial"/>
                <a:ea typeface="Arial"/>
                <a:cs typeface="Arial"/>
              </a:defRPr>
            </a:pPr>
            <a:r>
              <a:rPr sz="2400" b="1">
                <a:solidFill>
                  <a:srgbClr val="CFE5DF"/>
                </a:solidFill>
                <a:latin typeface="Arial"/>
                <a:ea typeface="Arial"/>
                <a:cs typeface="Arial"/>
              </a:rPr>
              <a:t>Future scope</a:t>
            </a:r>
          </a:p>
        </p:txBody>
      </p:sp>
      <p:sp>
        <p:nvSpPr>
          <p:cNvPr id="8" name="">
            <a:extLst xmlns:a="http://schemas.openxmlformats.org/drawingml/2006/main">
              <a:ext uri="{FF2B5EF4-FFF2-40B4-BE49-F238E27FC236}">
                <a16:creationId xmlns:a16="http://schemas.microsoft.com/office/drawing/2014/main" id="{61147A9A-66A5-4543-B18C-A7DD132D8EF2}"/>
              </a:ext>
            </a:extLst>
          </p:cNvPr>
          <p:cNvSpPr>
            <a:spLocks xmlns:a="http://schemas.openxmlformats.org/drawingml/2006/main" noGrp="1"/>
          </p:cNvSpPr>
          <p:nvPr/>
        </p:nvSpPr>
        <p:spPr>
          <a:xfrm xmlns:a="http://schemas.openxmlformats.org/drawingml/2006/main">
            <a:off x="4095750" y="4400550"/>
            <a:ext cx="7381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FFFFF"/>
                </a:solidFill>
                <a:latin typeface="Arial"/>
                <a:ea typeface="Arial"/>
                <a:cs typeface="Arial"/>
              </a:defRPr>
            </a:defPPr>
            <a:lvl1pPr>
              <a:defRPr sz="3000" b="0">
                <a:solidFill>
                  <a:srgbClr val="FFFFFF"/>
                </a:solidFill>
                <a:latin typeface="Arial"/>
                <a:ea typeface="Arial"/>
                <a:cs typeface="Arial"/>
              </a:defRPr>
            </a:lvl1pPr>
            <a:lvl2pPr>
              <a:defRPr sz="3000" b="0">
                <a:solidFill>
                  <a:srgbClr val="FFFFFF"/>
                </a:solidFill>
                <a:latin typeface="Arial"/>
                <a:ea typeface="Arial"/>
                <a:cs typeface="Arial"/>
              </a:defRPr>
            </a:lvl2pPr>
            <a:lvl3pPr>
              <a:defRPr sz="3000" b="0">
                <a:solidFill>
                  <a:srgbClr val="FFFFFF"/>
                </a:solidFill>
                <a:latin typeface="Arial"/>
                <a:ea typeface="Arial"/>
                <a:cs typeface="Arial"/>
              </a:defRPr>
            </a:lvl3pPr>
            <a:lvl4pPr>
              <a:defRPr sz="3000" b="0">
                <a:solidFill>
                  <a:srgbClr val="FFFFFF"/>
                </a:solidFill>
                <a:latin typeface="Arial"/>
                <a:ea typeface="Arial"/>
                <a:cs typeface="Arial"/>
              </a:defRPr>
            </a:lvl4pPr>
            <a:lvl5pPr>
              <a:defRPr sz="3000" b="0">
                <a:solidFill>
                  <a:srgbClr val="FFFFFF"/>
                </a:solidFill>
                <a:latin typeface="Arial"/>
                <a:ea typeface="Arial"/>
                <a:cs typeface="Arial"/>
              </a:defRPr>
            </a:lvl5pPr>
            <a:lvl6pPr>
              <a:defRPr sz="3000" b="0">
                <a:solidFill>
                  <a:srgbClr val="FFFFFF"/>
                </a:solidFill>
                <a:latin typeface="Arial"/>
                <a:ea typeface="Arial"/>
                <a:cs typeface="Arial"/>
              </a:defRPr>
            </a:lvl6pPr>
            <a:lvl7pPr>
              <a:defRPr sz="3000" b="0">
                <a:solidFill>
                  <a:srgbClr val="FFFFFF"/>
                </a:solidFill>
                <a:latin typeface="Arial"/>
                <a:ea typeface="Arial"/>
                <a:cs typeface="Arial"/>
              </a:defRPr>
            </a:lvl7pPr>
            <a:lvl8pPr>
              <a:defRPr sz="3000" b="0">
                <a:solidFill>
                  <a:srgbClr val="FFFFFF"/>
                </a:solidFill>
                <a:latin typeface="Arial"/>
                <a:ea typeface="Arial"/>
                <a:cs typeface="Arial"/>
              </a:defRPr>
            </a:lvl8pPr>
            <a:lvl9pPr>
              <a:defRPr sz="3000" b="0">
                <a:solidFill>
                  <a:srgbClr val="FFFFFF"/>
                </a:solidFill>
                <a:latin typeface="Arial"/>
                <a:ea typeface="Arial"/>
                <a:cs typeface="Arial"/>
              </a:defRPr>
            </a:lvl9pPr>
          </a:lstStyle>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Broader rollout and</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university integration</a:t>
            </a:r>
          </a:p>
        </p:txBody>
      </p:sp>
      <p:sp>
        <p:nvSpPr>
          <p:cNvPr id="9" name="">
            <a:extLst xmlns:a="http://schemas.openxmlformats.org/drawingml/2006/main">
              <a:ext uri="{FF2B5EF4-FFF2-40B4-BE49-F238E27FC236}">
                <a16:creationId xmlns:a16="http://schemas.microsoft.com/office/drawing/2014/main" id="{69F97CC5-DA81-44E9-A608-1353F684F145}"/>
              </a:ext>
            </a:extLst>
          </p:cNvPr>
          <p:cNvSpPr>
            <a:spLocks xmlns:a="http://schemas.openxmlformats.org/drawingml/2006/main" noGrp="1"/>
          </p:cNvSpPr>
          <p:nvPr/>
        </p:nvSpPr>
        <p:spPr>
          <a:xfrm xmlns:a="http://schemas.openxmlformats.org/drawingml/2006/main">
            <a:off x="609600" y="58769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CFE5DF"/>
                </a:solidFill>
                <a:latin typeface="Arial"/>
                <a:ea typeface="Arial"/>
                <a:cs typeface="Arial"/>
              </a:defRPr>
            </a:defPPr>
            <a:lvl1pPr>
              <a:defRPr sz="2025" b="0">
                <a:solidFill>
                  <a:srgbClr val="CFE5DF"/>
                </a:solidFill>
                <a:latin typeface="Arial"/>
                <a:ea typeface="Arial"/>
                <a:cs typeface="Arial"/>
              </a:defRPr>
            </a:lvl1pPr>
            <a:lvl2pPr>
              <a:defRPr sz="2025" b="0">
                <a:solidFill>
                  <a:srgbClr val="CFE5DF"/>
                </a:solidFill>
                <a:latin typeface="Arial"/>
                <a:ea typeface="Arial"/>
                <a:cs typeface="Arial"/>
              </a:defRPr>
            </a:lvl2pPr>
            <a:lvl3pPr>
              <a:defRPr sz="2025" b="0">
                <a:solidFill>
                  <a:srgbClr val="CFE5DF"/>
                </a:solidFill>
                <a:latin typeface="Arial"/>
                <a:ea typeface="Arial"/>
                <a:cs typeface="Arial"/>
              </a:defRPr>
            </a:lvl3pPr>
            <a:lvl4pPr>
              <a:defRPr sz="2025" b="0">
                <a:solidFill>
                  <a:srgbClr val="CFE5DF"/>
                </a:solidFill>
                <a:latin typeface="Arial"/>
                <a:ea typeface="Arial"/>
                <a:cs typeface="Arial"/>
              </a:defRPr>
            </a:lvl4pPr>
            <a:lvl5pPr>
              <a:defRPr sz="2025" b="0">
                <a:solidFill>
                  <a:srgbClr val="CFE5DF"/>
                </a:solidFill>
                <a:latin typeface="Arial"/>
                <a:ea typeface="Arial"/>
                <a:cs typeface="Arial"/>
              </a:defRPr>
            </a:lvl5pPr>
            <a:lvl6pPr>
              <a:defRPr sz="2025" b="0">
                <a:solidFill>
                  <a:srgbClr val="CFE5DF"/>
                </a:solidFill>
                <a:latin typeface="Arial"/>
                <a:ea typeface="Arial"/>
                <a:cs typeface="Arial"/>
              </a:defRPr>
            </a:lvl6pPr>
            <a:lvl7pPr>
              <a:defRPr sz="2025" b="0">
                <a:solidFill>
                  <a:srgbClr val="CFE5DF"/>
                </a:solidFill>
                <a:latin typeface="Arial"/>
                <a:ea typeface="Arial"/>
                <a:cs typeface="Arial"/>
              </a:defRPr>
            </a:lvl7pPr>
            <a:lvl8pPr>
              <a:defRPr sz="2025" b="0">
                <a:solidFill>
                  <a:srgbClr val="CFE5DF"/>
                </a:solidFill>
                <a:latin typeface="Arial"/>
                <a:ea typeface="Arial"/>
                <a:cs typeface="Arial"/>
              </a:defRPr>
            </a:lvl8pPr>
            <a:lvl9pPr>
              <a:defRPr sz="2025" b="0">
                <a:solidFill>
                  <a:srgbClr val="CFE5DF"/>
                </a:solidFill>
                <a:latin typeface="Arial"/>
                <a:ea typeface="Arial"/>
                <a:cs typeface="Arial"/>
              </a:defRPr>
            </a:lvl9pPr>
          </a:lstStyle>
          <a:p xmlns:a="http://schemas.openxmlformats.org/drawingml/2006/main">
            <a:pPr>
              <a:defRPr sz="2025" b="0">
                <a:solidFill>
                  <a:srgbClr val="CFE5DF"/>
                </a:solidFill>
                <a:latin typeface="Arial"/>
                <a:ea typeface="Arial"/>
                <a:cs typeface="Arial"/>
              </a:defRPr>
            </a:pPr>
            <a:r>
              <a:rPr sz="2025" b="0">
                <a:solidFill>
                  <a:srgbClr val="CFE5DF"/>
                </a:solidFill>
                <a:latin typeface="Arial"/>
                <a:ea typeface="Arial"/>
                <a:cs typeface="Arial"/>
              </a:rPr>
              <a:t>Questions</a:t>
            </a:r>
          </a:p>
        </p:txBody>
      </p:sp>
    </p:spTree>
    <p:extLst>
      <p:ext uri="{BB962C8B-B14F-4D97-AF65-F5344CB8AC3E}">
        <p14:creationId xmlns:p14="http://schemas.microsoft.com/office/powerpoint/2010/main" val="17215240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2026-10-25T04:48:20.1640000Z</dcterms:created>
  <dcterms:modified xsi:type="dcterms:W3CDTF">2026-10-25T04:48:20.1640000Z</dcterms:modified>
</coreProperties>
</file>