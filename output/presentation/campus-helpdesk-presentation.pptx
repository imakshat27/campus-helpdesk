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aa5a32b7f84ccf" /><Relationship Type="http://schemas.openxmlformats.org/officeDocument/2006/relationships/extended-properties" Target="/docProps/app.xml" Id="R6c82b2aa65964ac8" /><Relationship Type="http://schemas.openxmlformats.org/officeDocument/2006/relationships/officeDocument" Target="/ppt/presentation.xml" Id="R2bfc3bf9a10d44aa" /></Relationships>
</file>

<file path=ppt/presentation.xml><?xml version="1.0" encoding="utf-8"?>
<p:presentation xmlns:p="http://schemas.openxmlformats.org/presentationml/2006/main">
  <p:sldMasterIdLst>
    <p:sldMasterId xmlns:r="http://schemas.openxmlformats.org/officeDocument/2006/relationships" id="2147483648" r:id="R4748020b8c4b4fa1"/>
  </p:sldMasterIdLst>
  <p:notesMasterIdLst>
    <p:notesMasterId xmlns:r="http://schemas.openxmlformats.org/officeDocument/2006/relationships" r:id="R87a0e0e46cc14295"/>
  </p:notesMasterIdLst>
  <p:sldIdLst>
    <p:sldId xmlns:r="http://schemas.openxmlformats.org/officeDocument/2006/relationships" id="256" r:id="Rf2330dfe552048ff"/>
    <p:sldId xmlns:r="http://schemas.openxmlformats.org/officeDocument/2006/relationships" id="257" r:id="R78fd564b449c47f2"/>
    <p:sldId xmlns:r="http://schemas.openxmlformats.org/officeDocument/2006/relationships" id="258" r:id="Rf74205378d0442b4"/>
    <p:sldId xmlns:r="http://schemas.openxmlformats.org/officeDocument/2006/relationships" id="259" r:id="R50f590d046d84fce"/>
    <p:sldId xmlns:r="http://schemas.openxmlformats.org/officeDocument/2006/relationships" id="260" r:id="R2b0220e4136a4a76"/>
    <p:sldId xmlns:r="http://schemas.openxmlformats.org/officeDocument/2006/relationships" id="261" r:id="R681791e0179b4714"/>
    <p:sldId xmlns:r="http://schemas.openxmlformats.org/officeDocument/2006/relationships" id="262" r:id="R540814e2da764b36"/>
    <p:sldId xmlns:r="http://schemas.openxmlformats.org/officeDocument/2006/relationships" id="263" r:id="Rd570ad1a357b421e"/>
    <p:sldId xmlns:r="http://schemas.openxmlformats.org/officeDocument/2006/relationships" id="264" r:id="R740cebc0bb1447e0"/>
    <p:sldId xmlns:r="http://schemas.openxmlformats.org/officeDocument/2006/relationships" id="265" r:id="R50a4d95e11fa47b5"/>
    <p:sldId xmlns:r="http://schemas.openxmlformats.org/officeDocument/2006/relationships" id="266" r:id="Rdb8c82b84b3246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7f816bb4dc42b2" /><Relationship Type="http://schemas.openxmlformats.org/officeDocument/2006/relationships/slideMaster" Target="/ppt/slideMasters/slideMaster1.xml" Id="R4748020b8c4b4fa1" /><Relationship Type="http://schemas.openxmlformats.org/officeDocument/2006/relationships/notesMaster" Target="/ppt/notesMasters/notesMaster1.xml" Id="R87a0e0e46cc14295" /><Relationship Type="http://schemas.openxmlformats.org/officeDocument/2006/relationships/presProps" Target="/ppt/presProps.xml" Id="R3ded70a5d0444849" /><Relationship Type="http://schemas.openxmlformats.org/officeDocument/2006/relationships/tableStyles" Target="/ppt/tableStyles.xml" Id="R2e5a6c733e5d4b4f" /><Relationship Type="http://schemas.openxmlformats.org/officeDocument/2006/relationships/slide" Target="/ppt/slides/slide1.xml" Id="Rf2330dfe552048ff" /><Relationship Type="http://schemas.openxmlformats.org/officeDocument/2006/relationships/slide" Target="/ppt/slides/slide2.xml" Id="R78fd564b449c47f2" /><Relationship Type="http://schemas.openxmlformats.org/officeDocument/2006/relationships/slide" Target="/ppt/slides/slide3.xml" Id="Rf74205378d0442b4" /><Relationship Type="http://schemas.openxmlformats.org/officeDocument/2006/relationships/slide" Target="/ppt/slides/slide4.xml" Id="R50f590d046d84fce" /><Relationship Type="http://schemas.openxmlformats.org/officeDocument/2006/relationships/slide" Target="/ppt/slides/slide5.xml" Id="R2b0220e4136a4a76" /><Relationship Type="http://schemas.openxmlformats.org/officeDocument/2006/relationships/slide" Target="/ppt/slides/slide6.xml" Id="R681791e0179b4714" /><Relationship Type="http://schemas.openxmlformats.org/officeDocument/2006/relationships/slide" Target="/ppt/slides/slide7.xml" Id="R540814e2da764b36" /><Relationship Type="http://schemas.openxmlformats.org/officeDocument/2006/relationships/slide" Target="/ppt/slides/slide8.xml" Id="Rd570ad1a357b421e" /><Relationship Type="http://schemas.openxmlformats.org/officeDocument/2006/relationships/slide" Target="/ppt/slides/slide9.xml" Id="R740cebc0bb1447e0" /><Relationship Type="http://schemas.openxmlformats.org/officeDocument/2006/relationships/slide" Target="/ppt/slides/slide10.xml" Id="R50a4d95e11fa47b5" /><Relationship Type="http://schemas.openxmlformats.org/officeDocument/2006/relationships/slide" Target="/ppt/slides/slide11.xml" Id="Rdb8c82b84b3246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a31ac1446d4b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385ebe2657415a" /><Relationship Type="http://schemas.openxmlformats.org/officeDocument/2006/relationships/notesMaster" Target="/ppt/notesMasters/notesMaster1.xml" Id="Rb65a8feda49e41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4ca884b8bf4e6b" /><Relationship Type="http://schemas.openxmlformats.org/officeDocument/2006/relationships/notesMaster" Target="/ppt/notesMasters/notesMaster1.xml" Id="Rc110e550e59c43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f5a2241a4a4ad9" /><Relationship Type="http://schemas.openxmlformats.org/officeDocument/2006/relationships/notesMaster" Target="/ppt/notesMasters/notesMaster1.xml" Id="Rf0dd1e10d1ca42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ff203acabe4a7b" /><Relationship Type="http://schemas.openxmlformats.org/officeDocument/2006/relationships/notesMaster" Target="/ppt/notesMasters/notesMaster1.xml" Id="R5b132d1c385a41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e4b4f1fb424490" /><Relationship Type="http://schemas.openxmlformats.org/officeDocument/2006/relationships/notesMaster" Target="/ppt/notesMasters/notesMaster1.xml" Id="R7a857201d50647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a0909b10b94bb8" /><Relationship Type="http://schemas.openxmlformats.org/officeDocument/2006/relationships/notesMaster" Target="/ppt/notesMasters/notesMaster1.xml" Id="R380f8b6d8e2c48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0ea1d84cad42cc" /><Relationship Type="http://schemas.openxmlformats.org/officeDocument/2006/relationships/notesMaster" Target="/ppt/notesMasters/notesMaster1.xml" Id="Rfa7f250860fa4c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577b352749408c" /><Relationship Type="http://schemas.openxmlformats.org/officeDocument/2006/relationships/notesMaster" Target="/ppt/notesMasters/notesMaster1.xml" Id="R5698e810b52045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7fb24302aa433f" /><Relationship Type="http://schemas.openxmlformats.org/officeDocument/2006/relationships/notesMaster" Target="/ppt/notesMasters/notesMaster1.xml" Id="Rac895a19da1b43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f2e7710bda4bbc" /><Relationship Type="http://schemas.openxmlformats.org/officeDocument/2006/relationships/notesMaster" Target="/ppt/notesMasters/notesMaster1.xml" Id="R1767c4193d8244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92a3e5f296423a" /><Relationship Type="http://schemas.openxmlformats.org/officeDocument/2006/relationships/notesMaster" Target="/ppt/notesMasters/notesMaster1.xml" Id="R20537ef0369c48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Introduce a working web prototype that answers public campus questions with inspectable sources and asks for consent before creating a staff ticket. It is independent of VIT. Suggested total: 7 minutes, including a 2-minute live demonstration.</a:t>
            </a:r>
          </a:p>
          <a:p xmlns:a="http://schemas.openxmlformats.org/drawingml/2006/main">
            <a:r>
              <a:t/>
            </a:r>
          </a:p>
          <a:p xmlns:a="http://schemas.openxmlformats.org/drawingml/2006/main">
            <a:r>
              <a:t>Project evidence: README.md.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the information-finding problem as the design motivation, not a measured survey result. The project does not access private attendance, personal timetables or live allocations. Roadmap: scope, implementation, demonstration, evidence and future work.</a:t>
            </a:r>
          </a:p>
          <a:p xmlns:a="http://schemas.openxmlformats.org/drawingml/2006/main">
            <a:r>
              <a:t/>
            </a:r>
          </a:p>
          <a:p xmlns:a="http://schemas.openxmlformats.org/drawingml/2006/main">
            <a:r>
              <a:t>Project evidence: README.md, reports/official-dataset.md.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These capabilities exist in the source code. Screenshot: actual deployed home screen captured 25 October 2026, with no generated answers or fabricated queue. Staff access uses configured HTTP Basic credentials. No student account system exists.</a:t>
            </a:r>
          </a:p>
          <a:p xmlns:a="http://schemas.openxmlformats.org/drawingml/2006/main">
            <a:r>
              <a:t/>
            </a:r>
          </a:p>
          <a:p xmlns:a="http://schemas.openxmlformats.org/drawingml/2006/main">
            <a:r>
              <a:t>Project evidence: frontend/src/App.tsx, backend/app/main.py, backend/app/schemas.py.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 question reaches FastAPI. For follow-ups, the resolver uses actual stored history to form a search query. Retrieval combines vector similarity and keyword matching. OpenRouter generates structured output from passages. The server validates citation IDs before returning source cards. Alembic manages schema changes. Frontend and backend have separate deployment configurations.</a:t>
            </a:r>
          </a:p>
          <a:p xmlns:a="http://schemas.openxmlformats.org/drawingml/2006/main">
            <a:r>
              <a:t/>
            </a:r>
          </a:p>
          <a:p xmlns:a="http://schemas.openxmlformats.org/drawingml/2006/main">
            <a:r>
              <a:t>Project evidence: backend/app/main.py, backend/app/retrieval.py, backend/app/llm.py, backend/app/models.py, DEPLOYMENT.md.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Counts come from the recorded official-dataset validation, not a fresh database recount in this artifact task. Ingestion uses allowlisted URLs, heading/page-aware splitting and OCR where needed. Refresh is manual. Official mode excludes the fictional sample corpus. Publication dates may differ from download dates.</a:t>
            </a:r>
          </a:p>
          <a:p xmlns:a="http://schemas.openxmlformats.org/drawingml/2006/main">
            <a:r>
              <a:t/>
            </a:r>
          </a:p>
          <a:p xmlns:a="http://schemas.openxmlformats.org/drawingml/2006/main">
            <a:r>
              <a:t>Project evidence: reports/official-dataset.md, knowledge/official/manifest.json, backend/app/import_official.py, backend/app/seed.py.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instructions. Open https://campus-helpdesk-rho.vercel.app before presenting. The backend may need time to wake. Start a new conversation. Ask the FFCS question, open its source, then use the pronoun follow-up in this same conversation. Ask the private attendance question and show the consent offer. Choose No thanks: this demonstration stops before saving a ticket. The exact demo sequence is proposed for the presentation, not a new test result. If a request fails, show the recorded examples on the next slide and label them as recorded. Never claim a failed save succeeded. A full optional staff demonstration requires explicit consent to create one real demo ticket.</a:t>
            </a:r>
          </a:p>
          <a:p xmlns:a="http://schemas.openxmlformats.org/drawingml/2006/main">
            <a:r>
              <a:t/>
            </a:r>
          </a:p>
          <a:p xmlns:a="http://schemas.openxmlformats.org/drawingml/2006/main">
            <a:r>
              <a:t>Project evidence: reports/official-live-evaluation.md, reports/official-context-and-consent.md, DEPLOYMENT.md.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or use as the demo fallback. These paraphrase the recorded official live evaluation. They are not screenshots or a fresh live run. The evaluator recorded eight supported responses, two clarifications and two unsupported outcomes. Do not present the examples as proof of universal answer accuracy.</a:t>
            </a:r>
          </a:p>
          <a:p xmlns:a="http://schemas.openxmlformats.org/drawingml/2006/main">
            <a:r>
              <a:t/>
            </a:r>
          </a:p>
          <a:p xmlns:a="http://schemas.openxmlformats.org/drawingml/2006/main">
            <a:r>
              <a:t>Project evidence: reports/official-live-evaluation.md.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Isolated test counts and production build were rerun during preparation. Retrieval and live model figures come from existing reports, not new paid calls for this presentation. The consent regression intentionally created one demo ticket after affirmative consent. Automatic source-family checks do not verify every sentence. Earlier failed live iterations remain documented.</a:t>
            </a:r>
          </a:p>
          <a:p xmlns:a="http://schemas.openxmlformats.org/drawingml/2006/main">
            <a:r>
              <a:t/>
            </a:r>
          </a:p>
          <a:p xmlns:a="http://schemas.openxmlformats.org/drawingml/2006/main">
            <a:r>
              <a:t>Project evidence: reports/official-retrieval.md, reports/official-live-evaluation.md, reports/official-context-and-consent.md, reports/unsupported-citation-fix.md, backend/tests, frontend/src/App.test.tsx.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Citation validity proves provenance, not that every generated claim is entailed. Conversation handles are UUIDs without student authentication, so the prototype is unsuitable for sensitive student records. The unsupported-answer fix passed local checks but its hosted behavior still needs verification after deployment. Viewing the home screen today does not close that gap.</a:t>
            </a:r>
          </a:p>
          <a:p xmlns:a="http://schemas.openxmlformats.org/drawingml/2006/main">
            <a:r>
              <a:t/>
            </a:r>
          </a:p>
          <a:p xmlns:a="http://schemas.openxmlformats.org/drawingml/2006/main">
            <a:r>
              <a:t>Project evidence: README.md, reports/official-dataset.md, reports/unsupported-citation-fix.md, DEPLOYMENT.md.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All items on this slide are proposed. They are not complete. Private VTOP integration would additionally require institutional approval, scoped access and privacy controls. Avoid promising a timeline without staffing or approval.</a:t>
            </a:r>
          </a:p>
          <a:p xmlns:a="http://schemas.openxmlformats.org/drawingml/2006/main">
            <a:r>
              <a:t/>
            </a:r>
          </a:p>
          <a:p xmlns:a="http://schemas.openxmlformats.org/drawingml/2006/main">
            <a:r>
              <a:t>Project evidence: README.md, DEPLOYMENT.md, reports/official-dataset.md.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Close by separating the implemented prototype from the future campus pilot. The project demonstrates the complete public-information question path and staff ticket queue. It makes no claim of official VIT endorsement or production readiness.</a:t>
            </a:r>
          </a:p>
          <a:p xmlns:a="http://schemas.openxmlformats.org/drawingml/2006/main">
            <a:r>
              <a:t/>
            </a:r>
          </a:p>
          <a:p xmlns:a="http://schemas.openxmlformats.org/drawingml/2006/main">
            <a:r>
              <a:t>Project evidence: README.md, DEPLOYMENT.md. Repository: imakshat27/campus-helpdesk. Prepared 25 October 2026 for presentation on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4d70acb6534c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4c17cd194a45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8ab999ef1d4b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f9343333e54b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42c9c543af4fb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8ae5305bc64b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2EB4D2-59C8-472E-82B0-33E3213BBB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64FFA99-C6EE-4AA0-A036-646B716D67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D78DAE3-7E0B-493B-ADB4-79357A149B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74A943-8F2D-4044-9E04-21E03402C7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B6BDCD-3BEF-4688-A25E-F1B9722418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AA20EC-D86F-4A27-8904-F9D387DAEA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A3E967-FA11-4318-AAD8-34E2B3EDBC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143C846-3E21-4974-ADE9-AD4DBCDE8C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DABDC4-1772-4531-9EE0-D4F6F1DC62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8001C1-E7E9-41A2-A528-77A59D3F23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4333c422f54bc3" /><Relationship Type="http://schemas.openxmlformats.org/officeDocument/2006/relationships/slideLayout" Target="/ppt/slideLayouts/slideLayout1.xml" Id="R8a847bff17d04e7b" /><Relationship Type="http://schemas.openxmlformats.org/officeDocument/2006/relationships/slideLayout" Target="/ppt/slideLayouts/slideLayout2.xml" Id="R334e25b106104e76" /><Relationship Type="http://schemas.openxmlformats.org/officeDocument/2006/relationships/slideLayout" Target="/ppt/slideLayouts/slideLayout3.xml" Id="R7e1d99b54903416c" /><Relationship Type="http://schemas.openxmlformats.org/officeDocument/2006/relationships/slideLayout" Target="/ppt/slideLayouts/slideLayout4.xml" Id="R825e96b1ec4d44b3" /><Relationship Type="http://schemas.openxmlformats.org/officeDocument/2006/relationships/slideLayout" Target="/ppt/slideLayouts/slideLayout5.xml" Id="Rf4c7c121135345e5" /><Relationship Type="http://schemas.openxmlformats.org/officeDocument/2006/relationships/slideLayout" Target="/ppt/slideLayouts/slideLayout6.xml" Id="R31338129f1424a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847bff17d04e7b"/>
    <p:sldLayoutId xmlns:r="http://schemas.openxmlformats.org/officeDocument/2006/relationships" id="2147483650" r:id="R334e25b106104e76"/>
    <p:sldLayoutId xmlns:r="http://schemas.openxmlformats.org/officeDocument/2006/relationships" id="2147483651" r:id="R7e1d99b54903416c"/>
    <p:sldLayoutId xmlns:r="http://schemas.openxmlformats.org/officeDocument/2006/relationships" id="2147483652" r:id="R825e96b1ec4d44b3"/>
    <p:sldLayoutId xmlns:r="http://schemas.openxmlformats.org/officeDocument/2006/relationships" id="2147483653" r:id="Rf4c7c121135345e5"/>
    <p:sldLayoutId xmlns:r="http://schemas.openxmlformats.org/officeDocument/2006/relationships" id="2147483654" r:id="R31338129f1424a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aaffa99f394f90" /><Relationship Type="http://schemas.openxmlformats.org/officeDocument/2006/relationships/notesSlide" Target="/ppt/notesSlides/notesSlide1.xml" Id="Rf632eff9b0d841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210caecc7a4064" /><Relationship Type="http://schemas.openxmlformats.org/officeDocument/2006/relationships/notesSlide" Target="/ppt/notesSlides/notesSlide2.xml" Id="Ra2c32606448045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32bdce12094891" /><Relationship Type="http://schemas.openxmlformats.org/officeDocument/2006/relationships/image" Target="/ppt/media/image.jpeg" Id="R08e9368c97d9476b" /><Relationship Type="http://schemas.openxmlformats.org/officeDocument/2006/relationships/notesSlide" Target="/ppt/notesSlides/notesSlide3.xml" Id="R396fd01e3b3848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835547ea924bfb" /><Relationship Type="http://schemas.openxmlformats.org/officeDocument/2006/relationships/notesSlide" Target="/ppt/notesSlides/notesSlide4.xml" Id="R970338a337464c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20102ee43c4310" /><Relationship Type="http://schemas.openxmlformats.org/officeDocument/2006/relationships/notesSlide" Target="/ppt/notesSlides/notesSlide5.xml" Id="R6368db7994dc4e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464d82107f4272" /><Relationship Type="http://schemas.openxmlformats.org/officeDocument/2006/relationships/notesSlide" Target="/ppt/notesSlides/notesSlide6.xml" Id="R7e1e02d8e16648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9cb2b1d88940cb" /><Relationship Type="http://schemas.openxmlformats.org/officeDocument/2006/relationships/notesSlide" Target="/ppt/notesSlides/notesSlide7.xml" Id="R6e3c05e87afd48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c931fbaf2e451f" /><Relationship Type="http://schemas.openxmlformats.org/officeDocument/2006/relationships/notesSlide" Target="/ppt/notesSlides/notesSlide8.xml" Id="Rc9b3f17d3edf48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afabc2503a400d" /><Relationship Type="http://schemas.openxmlformats.org/officeDocument/2006/relationships/notesSlide" Target="/ppt/notesSlides/notesSlide9.xml" Id="Rbeea09b9b61c4d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76b9ab3ff649d4" /><Relationship Type="http://schemas.openxmlformats.org/officeDocument/2006/relationships/notesSlide" Target="/ppt/notesSlides/notesSlide10.xml" Id="R0acd5435801746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ed38b1bc56e4a6a" /><Relationship Type="http://schemas.openxmlformats.org/officeDocument/2006/relationships/notesSlide" Target="/ppt/notesSlides/notesSlide11.xml" Id="R0879f66be7954c0f" /></Relationships>
</file>

<file path=ppt/slides/slide1.xml><?xml version="1.0" encoding="utf-8"?>
<p:sld xmlns:p="http://schemas.openxmlformats.org/presentationml/2006/main">
  <p:cSld>
    <p:bg>
      <p:bgPr>
        <a:solidFill xmlns:a="http://schemas.openxmlformats.org/drawingml/2006/main">
          <a:srgbClr val="294F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E93601-4D4E-456F-AB05-832605645F15}"/>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DBE6DD"/>
                </a:solidFill>
                <a:latin typeface="Arial"/>
                <a:ea typeface="Arial"/>
                <a:cs typeface="Arial"/>
              </a:defRPr>
            </a:defPPr>
            <a:lvl1pPr>
              <a:defRPr sz="1350" b="1">
                <a:solidFill>
                  <a:srgbClr val="DBE6DD"/>
                </a:solidFill>
                <a:latin typeface="Arial"/>
                <a:ea typeface="Arial"/>
                <a:cs typeface="Arial"/>
              </a:defRPr>
            </a:lvl1pPr>
            <a:lvl2pPr>
              <a:defRPr sz="1350" b="1">
                <a:solidFill>
                  <a:srgbClr val="DBE6DD"/>
                </a:solidFill>
                <a:latin typeface="Arial"/>
                <a:ea typeface="Arial"/>
                <a:cs typeface="Arial"/>
              </a:defRPr>
            </a:lvl2pPr>
            <a:lvl3pPr>
              <a:defRPr sz="1350" b="1">
                <a:solidFill>
                  <a:srgbClr val="DBE6DD"/>
                </a:solidFill>
                <a:latin typeface="Arial"/>
                <a:ea typeface="Arial"/>
                <a:cs typeface="Arial"/>
              </a:defRPr>
            </a:lvl3pPr>
            <a:lvl4pPr>
              <a:defRPr sz="1350" b="1">
                <a:solidFill>
                  <a:srgbClr val="DBE6DD"/>
                </a:solidFill>
                <a:latin typeface="Arial"/>
                <a:ea typeface="Arial"/>
                <a:cs typeface="Arial"/>
              </a:defRPr>
            </a:lvl4pPr>
            <a:lvl5pPr>
              <a:defRPr sz="1350" b="1">
                <a:solidFill>
                  <a:srgbClr val="DBE6DD"/>
                </a:solidFill>
                <a:latin typeface="Arial"/>
                <a:ea typeface="Arial"/>
                <a:cs typeface="Arial"/>
              </a:defRPr>
            </a:lvl5pPr>
            <a:lvl6pPr>
              <a:defRPr sz="1350" b="1">
                <a:solidFill>
                  <a:srgbClr val="DBE6DD"/>
                </a:solidFill>
                <a:latin typeface="Arial"/>
                <a:ea typeface="Arial"/>
                <a:cs typeface="Arial"/>
              </a:defRPr>
            </a:lvl6pPr>
            <a:lvl7pPr>
              <a:defRPr sz="1350" b="1">
                <a:solidFill>
                  <a:srgbClr val="DBE6DD"/>
                </a:solidFill>
                <a:latin typeface="Arial"/>
                <a:ea typeface="Arial"/>
                <a:cs typeface="Arial"/>
              </a:defRPr>
            </a:lvl7pPr>
            <a:lvl8pPr>
              <a:defRPr sz="1350" b="1">
                <a:solidFill>
                  <a:srgbClr val="DBE6DD"/>
                </a:solidFill>
                <a:latin typeface="Arial"/>
                <a:ea typeface="Arial"/>
                <a:cs typeface="Arial"/>
              </a:defRPr>
            </a:lvl8pPr>
            <a:lvl9pPr>
              <a:defRPr sz="1350" b="1">
                <a:solidFill>
                  <a:srgbClr val="DBE6DD"/>
                </a:solidFill>
                <a:latin typeface="Arial"/>
                <a:ea typeface="Arial"/>
                <a:cs typeface="Arial"/>
              </a:defRPr>
            </a:lvl9pPr>
          </a:lstStyle>
          <a:p xmlns:a="http://schemas.openxmlformats.org/drawingml/2006/main">
            <a:pPr>
              <a:defRPr sz="1350" b="1">
                <a:solidFill>
                  <a:srgbClr val="DBE6DD"/>
                </a:solidFill>
                <a:latin typeface="Arial"/>
                <a:ea typeface="Arial"/>
                <a:cs typeface="Arial"/>
              </a:defRPr>
            </a:pPr>
            <a:r>
              <a:rPr sz="1350" b="1">
                <a:solidFill>
                  <a:srgbClr val="DBE6DD"/>
                </a:solidFill>
                <a:latin typeface="Arial"/>
                <a:ea typeface="Arial"/>
                <a:cs typeface="Arial"/>
              </a:rPr>
              <a:t>PROJECT PRESENTATION</a:t>
            </a:r>
          </a:p>
        </p:txBody>
      </p:sp>
      <p:sp>
        <p:nvSpPr>
          <p:cNvPr id="2" name="">
            <a:extLst xmlns:a="http://schemas.openxmlformats.org/drawingml/2006/main">
              <a:ext uri="{FF2B5EF4-FFF2-40B4-BE49-F238E27FC236}">
                <a16:creationId xmlns:a16="http://schemas.microsoft.com/office/drawing/2014/main" id="{6C500440-3396-4046-821A-963858F79722}"/>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Campus Helpdesk</a:t>
            </a:r>
          </a:p>
        </p:txBody>
      </p:sp>
      <p:sp>
        <p:nvSpPr>
          <p:cNvPr id="3" name="">
            <a:extLst xmlns:a="http://schemas.openxmlformats.org/drawingml/2006/main">
              <a:ext uri="{FF2B5EF4-FFF2-40B4-BE49-F238E27FC236}">
                <a16:creationId xmlns:a16="http://schemas.microsoft.com/office/drawing/2014/main" id="{D1A30C33-4C79-4F5B-8E2D-4FEC7E3C9727}"/>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DBE6DD"/>
                </a:solidFill>
                <a:latin typeface="Arial"/>
                <a:ea typeface="Arial"/>
                <a:cs typeface="Arial"/>
              </a:defRPr>
            </a:defPPr>
            <a:lvl1pPr>
              <a:defRPr sz="1050" b="0">
                <a:solidFill>
                  <a:srgbClr val="DBE6DD"/>
                </a:solidFill>
                <a:latin typeface="Arial"/>
                <a:ea typeface="Arial"/>
                <a:cs typeface="Arial"/>
              </a:defRPr>
            </a:lvl1pPr>
            <a:lvl2pPr>
              <a:defRPr sz="1050" b="0">
                <a:solidFill>
                  <a:srgbClr val="DBE6DD"/>
                </a:solidFill>
                <a:latin typeface="Arial"/>
                <a:ea typeface="Arial"/>
                <a:cs typeface="Arial"/>
              </a:defRPr>
            </a:lvl2pPr>
            <a:lvl3pPr>
              <a:defRPr sz="1050" b="0">
                <a:solidFill>
                  <a:srgbClr val="DBE6DD"/>
                </a:solidFill>
                <a:latin typeface="Arial"/>
                <a:ea typeface="Arial"/>
                <a:cs typeface="Arial"/>
              </a:defRPr>
            </a:lvl3pPr>
            <a:lvl4pPr>
              <a:defRPr sz="1050" b="0">
                <a:solidFill>
                  <a:srgbClr val="DBE6DD"/>
                </a:solidFill>
                <a:latin typeface="Arial"/>
                <a:ea typeface="Arial"/>
                <a:cs typeface="Arial"/>
              </a:defRPr>
            </a:lvl4pPr>
            <a:lvl5pPr>
              <a:defRPr sz="1050" b="0">
                <a:solidFill>
                  <a:srgbClr val="DBE6DD"/>
                </a:solidFill>
                <a:latin typeface="Arial"/>
                <a:ea typeface="Arial"/>
                <a:cs typeface="Arial"/>
              </a:defRPr>
            </a:lvl5pPr>
            <a:lvl6pPr>
              <a:defRPr sz="1050" b="0">
                <a:solidFill>
                  <a:srgbClr val="DBE6DD"/>
                </a:solidFill>
                <a:latin typeface="Arial"/>
                <a:ea typeface="Arial"/>
                <a:cs typeface="Arial"/>
              </a:defRPr>
            </a:lvl6pPr>
            <a:lvl7pPr>
              <a:defRPr sz="1050" b="0">
                <a:solidFill>
                  <a:srgbClr val="DBE6DD"/>
                </a:solidFill>
                <a:latin typeface="Arial"/>
                <a:ea typeface="Arial"/>
                <a:cs typeface="Arial"/>
              </a:defRPr>
            </a:lvl7pPr>
            <a:lvl8pPr>
              <a:defRPr sz="1050" b="0">
                <a:solidFill>
                  <a:srgbClr val="DBE6DD"/>
                </a:solidFill>
                <a:latin typeface="Arial"/>
                <a:ea typeface="Arial"/>
                <a:cs typeface="Arial"/>
              </a:defRPr>
            </a:lvl8pPr>
            <a:lvl9pPr>
              <a:defRPr sz="1050" b="0">
                <a:solidFill>
                  <a:srgbClr val="DBE6DD"/>
                </a:solidFill>
                <a:latin typeface="Arial"/>
                <a:ea typeface="Arial"/>
                <a:cs typeface="Arial"/>
              </a:defRPr>
            </a:lvl9pPr>
          </a:lstStyle>
          <a:p xmlns:a="http://schemas.openxmlformats.org/drawingml/2006/main">
            <a:pPr>
              <a:defRPr sz="1050" b="0">
                <a:solidFill>
                  <a:srgbClr val="DBE6DD"/>
                </a:solidFill>
                <a:latin typeface="Arial"/>
                <a:ea typeface="Arial"/>
                <a:cs typeface="Arial"/>
              </a:defRPr>
            </a:pPr>
            <a:r>
              <a:rPr sz="1050" b="0">
                <a:solidFill>
                  <a:srgbClr val="DBE6DD"/>
                </a:solidFill>
                <a:latin typeface="Arial"/>
                <a:ea typeface="Arial"/>
                <a:cs typeface="Arial"/>
              </a:rPr>
              <a:t>CAMPUS HELPDESK     /     01</a:t>
            </a:r>
          </a:p>
        </p:txBody>
      </p:sp>
      <p:sp>
        <p:nvSpPr>
          <p:cNvPr id="4" name="">
            <a:extLst xmlns:a="http://schemas.openxmlformats.org/drawingml/2006/main">
              <a:ext uri="{FF2B5EF4-FFF2-40B4-BE49-F238E27FC236}">
                <a16:creationId xmlns:a16="http://schemas.microsoft.com/office/drawing/2014/main" id="{950DAD77-9DB8-4386-A850-6E78A3E857AD}"/>
              </a:ext>
            </a:extLst>
          </p:cNvPr>
          <p:cNvSpPr>
            <a:spLocks xmlns:a="http://schemas.openxmlformats.org/drawingml/2006/main" noGrp="1"/>
          </p:cNvSpPr>
          <p:nvPr/>
        </p:nvSpPr>
        <p:spPr>
          <a:xfrm xmlns:a="http://schemas.openxmlformats.org/drawingml/2006/main">
            <a:off x="685800" y="238125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FFFFF"/>
                </a:solidFill>
                <a:latin typeface="Arial"/>
                <a:ea typeface="Arial"/>
                <a:cs typeface="Arial"/>
              </a:defRPr>
            </a:defPPr>
            <a:lvl1pPr>
              <a:defRPr sz="3600" b="0">
                <a:solidFill>
                  <a:srgbClr val="FFFFFF"/>
                </a:solidFill>
                <a:latin typeface="Arial"/>
                <a:ea typeface="Arial"/>
                <a:cs typeface="Arial"/>
              </a:defRPr>
            </a:lvl1pPr>
            <a:lvl2pPr>
              <a:defRPr sz="3600" b="0">
                <a:solidFill>
                  <a:srgbClr val="FFFFFF"/>
                </a:solidFill>
                <a:latin typeface="Arial"/>
                <a:ea typeface="Arial"/>
                <a:cs typeface="Arial"/>
              </a:defRPr>
            </a:lvl2pPr>
            <a:lvl3pPr>
              <a:defRPr sz="3600" b="0">
                <a:solidFill>
                  <a:srgbClr val="FFFFFF"/>
                </a:solidFill>
                <a:latin typeface="Arial"/>
                <a:ea typeface="Arial"/>
                <a:cs typeface="Arial"/>
              </a:defRPr>
            </a:lvl3pPr>
            <a:lvl4pPr>
              <a:defRPr sz="3600" b="0">
                <a:solidFill>
                  <a:srgbClr val="FFFFFF"/>
                </a:solidFill>
                <a:latin typeface="Arial"/>
                <a:ea typeface="Arial"/>
                <a:cs typeface="Arial"/>
              </a:defRPr>
            </a:lvl4pPr>
            <a:lvl5pPr>
              <a:defRPr sz="3600" b="0">
                <a:solidFill>
                  <a:srgbClr val="FFFFFF"/>
                </a:solidFill>
                <a:latin typeface="Arial"/>
                <a:ea typeface="Arial"/>
                <a:cs typeface="Arial"/>
              </a:defRPr>
            </a:lvl5pPr>
            <a:lvl6pPr>
              <a:defRPr sz="3600" b="0">
                <a:solidFill>
                  <a:srgbClr val="FFFFFF"/>
                </a:solidFill>
                <a:latin typeface="Arial"/>
                <a:ea typeface="Arial"/>
                <a:cs typeface="Arial"/>
              </a:defRPr>
            </a:lvl6pPr>
            <a:lvl7pPr>
              <a:defRPr sz="3600" b="0">
                <a:solidFill>
                  <a:srgbClr val="FFFFFF"/>
                </a:solidFill>
                <a:latin typeface="Arial"/>
                <a:ea typeface="Arial"/>
                <a:cs typeface="Arial"/>
              </a:defRPr>
            </a:lvl7pPr>
            <a:lvl8pPr>
              <a:defRPr sz="3600" b="0">
                <a:solidFill>
                  <a:srgbClr val="FFFFFF"/>
                </a:solidFill>
                <a:latin typeface="Arial"/>
                <a:ea typeface="Arial"/>
                <a:cs typeface="Arial"/>
              </a:defRPr>
            </a:lvl8pPr>
            <a:lvl9pPr>
              <a:defRPr sz="3600" b="0">
                <a:solidFill>
                  <a:srgbClr val="FFFFFF"/>
                </a:solidFill>
                <a:latin typeface="Arial"/>
                <a:ea typeface="Arial"/>
                <a:cs typeface="Arial"/>
              </a:defRPr>
            </a:lvl9pPr>
          </a:lstStyle>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Source-backed student support</a:t>
            </a:r>
          </a:p>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for VIT Vellore</a:t>
            </a:r>
          </a:p>
        </p:txBody>
      </p:sp>
      <p:sp>
        <p:nvSpPr>
          <p:cNvPr id="5" name="">
            <a:extLst xmlns:a="http://schemas.openxmlformats.org/drawingml/2006/main">
              <a:ext uri="{FF2B5EF4-FFF2-40B4-BE49-F238E27FC236}">
                <a16:creationId xmlns:a16="http://schemas.microsoft.com/office/drawing/2014/main" id="{BEA263CA-27CE-4548-A55C-213D11138769}"/>
              </a:ext>
            </a:extLst>
          </p:cNvPr>
          <p:cNvSpPr>
            <a:spLocks xmlns:a="http://schemas.openxmlformats.org/drawingml/2006/main" noGrp="1"/>
          </p:cNvSpPr>
          <p:nvPr/>
        </p:nvSpPr>
        <p:spPr>
          <a:xfrm xmlns:a="http://schemas.openxmlformats.org/drawingml/2006/main">
            <a:off x="685800" y="46672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BE6DD"/>
                </a:solidFill>
                <a:latin typeface="Arial"/>
                <a:ea typeface="Arial"/>
                <a:cs typeface="Arial"/>
              </a:defRPr>
            </a:defPPr>
            <a:lvl1pPr>
              <a:defRPr sz="1875" b="0">
                <a:solidFill>
                  <a:srgbClr val="DBE6DD"/>
                </a:solidFill>
                <a:latin typeface="Arial"/>
                <a:ea typeface="Arial"/>
                <a:cs typeface="Arial"/>
              </a:defRPr>
            </a:lvl1pPr>
            <a:lvl2pPr>
              <a:defRPr sz="1875" b="0">
                <a:solidFill>
                  <a:srgbClr val="DBE6DD"/>
                </a:solidFill>
                <a:latin typeface="Arial"/>
                <a:ea typeface="Arial"/>
                <a:cs typeface="Arial"/>
              </a:defRPr>
            </a:lvl2pPr>
            <a:lvl3pPr>
              <a:defRPr sz="1875" b="0">
                <a:solidFill>
                  <a:srgbClr val="DBE6DD"/>
                </a:solidFill>
                <a:latin typeface="Arial"/>
                <a:ea typeface="Arial"/>
                <a:cs typeface="Arial"/>
              </a:defRPr>
            </a:lvl3pPr>
            <a:lvl4pPr>
              <a:defRPr sz="1875" b="0">
                <a:solidFill>
                  <a:srgbClr val="DBE6DD"/>
                </a:solidFill>
                <a:latin typeface="Arial"/>
                <a:ea typeface="Arial"/>
                <a:cs typeface="Arial"/>
              </a:defRPr>
            </a:lvl4pPr>
            <a:lvl5pPr>
              <a:defRPr sz="1875" b="0">
                <a:solidFill>
                  <a:srgbClr val="DBE6DD"/>
                </a:solidFill>
                <a:latin typeface="Arial"/>
                <a:ea typeface="Arial"/>
                <a:cs typeface="Arial"/>
              </a:defRPr>
            </a:lvl5pPr>
            <a:lvl6pPr>
              <a:defRPr sz="1875" b="0">
                <a:solidFill>
                  <a:srgbClr val="DBE6DD"/>
                </a:solidFill>
                <a:latin typeface="Arial"/>
                <a:ea typeface="Arial"/>
                <a:cs typeface="Arial"/>
              </a:defRPr>
            </a:lvl6pPr>
            <a:lvl7pPr>
              <a:defRPr sz="1875" b="0">
                <a:solidFill>
                  <a:srgbClr val="DBE6DD"/>
                </a:solidFill>
                <a:latin typeface="Arial"/>
                <a:ea typeface="Arial"/>
                <a:cs typeface="Arial"/>
              </a:defRPr>
            </a:lvl7pPr>
            <a:lvl8pPr>
              <a:defRPr sz="1875" b="0">
                <a:solidFill>
                  <a:srgbClr val="DBE6DD"/>
                </a:solidFill>
                <a:latin typeface="Arial"/>
                <a:ea typeface="Arial"/>
                <a:cs typeface="Arial"/>
              </a:defRPr>
            </a:lvl8pPr>
            <a:lvl9pPr>
              <a:defRPr sz="1875" b="0">
                <a:solidFill>
                  <a:srgbClr val="DBE6DD"/>
                </a:solidFill>
                <a:latin typeface="Arial"/>
                <a:ea typeface="Arial"/>
                <a:cs typeface="Arial"/>
              </a:defRPr>
            </a:lvl9pPr>
          </a:lstStyle>
          <a:p xmlns:a="http://schemas.openxmlformats.org/drawingml/2006/main">
            <a:pPr>
              <a:defRPr sz="1875" b="0">
                <a:solidFill>
                  <a:srgbClr val="DBE6DD"/>
                </a:solidFill>
                <a:latin typeface="Arial"/>
                <a:ea typeface="Arial"/>
                <a:cs typeface="Arial"/>
              </a:defRPr>
            </a:pPr>
            <a:r>
              <a:rPr sz="1875" b="0">
                <a:solidFill>
                  <a:srgbClr val="DBE6DD"/>
                </a:solidFill>
                <a:latin typeface="Arial"/>
                <a:ea typeface="Arial"/>
                <a:cs typeface="Arial"/>
              </a:rPr>
              <a:t>26 October 2026</a:t>
            </a:r>
          </a:p>
        </p:txBody>
      </p:sp>
      <p:sp>
        <p:nvSpPr>
          <p:cNvPr id="6" name="">
            <a:extLst xmlns:a="http://schemas.openxmlformats.org/drawingml/2006/main">
              <a:ext uri="{FF2B5EF4-FFF2-40B4-BE49-F238E27FC236}">
                <a16:creationId xmlns:a16="http://schemas.microsoft.com/office/drawing/2014/main" id="{ABEB5230-8D73-42E2-9043-7EF5C620757D}"/>
              </a:ext>
            </a:extLst>
          </p:cNvPr>
          <p:cNvSpPr>
            <a:spLocks xmlns:a="http://schemas.openxmlformats.org/drawingml/2006/main" noGrp="1"/>
          </p:cNvSpPr>
          <p:nvPr/>
        </p:nvSpPr>
        <p:spPr>
          <a:xfrm xmlns:a="http://schemas.openxmlformats.org/drawingml/2006/main">
            <a:off x="685800" y="52197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6DD"/>
                </a:solidFill>
                <a:latin typeface="Arial"/>
                <a:ea typeface="Arial"/>
                <a:cs typeface="Arial"/>
              </a:defRPr>
            </a:defPPr>
            <a:lvl1pPr>
              <a:defRPr sz="1800" b="0">
                <a:solidFill>
                  <a:srgbClr val="DBE6DD"/>
                </a:solidFill>
                <a:latin typeface="Arial"/>
                <a:ea typeface="Arial"/>
                <a:cs typeface="Arial"/>
              </a:defRPr>
            </a:lvl1pPr>
            <a:lvl2pPr>
              <a:defRPr sz="1800" b="0">
                <a:solidFill>
                  <a:srgbClr val="DBE6DD"/>
                </a:solidFill>
                <a:latin typeface="Arial"/>
                <a:ea typeface="Arial"/>
                <a:cs typeface="Arial"/>
              </a:defRPr>
            </a:lvl2pPr>
            <a:lvl3pPr>
              <a:defRPr sz="1800" b="0">
                <a:solidFill>
                  <a:srgbClr val="DBE6DD"/>
                </a:solidFill>
                <a:latin typeface="Arial"/>
                <a:ea typeface="Arial"/>
                <a:cs typeface="Arial"/>
              </a:defRPr>
            </a:lvl3pPr>
            <a:lvl4pPr>
              <a:defRPr sz="1800" b="0">
                <a:solidFill>
                  <a:srgbClr val="DBE6DD"/>
                </a:solidFill>
                <a:latin typeface="Arial"/>
                <a:ea typeface="Arial"/>
                <a:cs typeface="Arial"/>
              </a:defRPr>
            </a:lvl4pPr>
            <a:lvl5pPr>
              <a:defRPr sz="1800" b="0">
                <a:solidFill>
                  <a:srgbClr val="DBE6DD"/>
                </a:solidFill>
                <a:latin typeface="Arial"/>
                <a:ea typeface="Arial"/>
                <a:cs typeface="Arial"/>
              </a:defRPr>
            </a:lvl5pPr>
            <a:lvl6pPr>
              <a:defRPr sz="1800" b="0">
                <a:solidFill>
                  <a:srgbClr val="DBE6DD"/>
                </a:solidFill>
                <a:latin typeface="Arial"/>
                <a:ea typeface="Arial"/>
                <a:cs typeface="Arial"/>
              </a:defRPr>
            </a:lvl6pPr>
            <a:lvl7pPr>
              <a:defRPr sz="1800" b="0">
                <a:solidFill>
                  <a:srgbClr val="DBE6DD"/>
                </a:solidFill>
                <a:latin typeface="Arial"/>
                <a:ea typeface="Arial"/>
                <a:cs typeface="Arial"/>
              </a:defRPr>
            </a:lvl7pPr>
            <a:lvl8pPr>
              <a:defRPr sz="1800" b="0">
                <a:solidFill>
                  <a:srgbClr val="DBE6DD"/>
                </a:solidFill>
                <a:latin typeface="Arial"/>
                <a:ea typeface="Arial"/>
                <a:cs typeface="Arial"/>
              </a:defRPr>
            </a:lvl8pPr>
            <a:lvl9pPr>
              <a:defRPr sz="1800" b="0">
                <a:solidFill>
                  <a:srgbClr val="DBE6DD"/>
                </a:solidFill>
                <a:latin typeface="Arial"/>
                <a:ea typeface="Arial"/>
                <a:cs typeface="Arial"/>
              </a:defRPr>
            </a:lvl9pPr>
          </a:lstStyle>
          <a:p xmlns:a="http://schemas.openxmlformats.org/drawingml/2006/main">
            <a:pPr>
              <a:defRPr sz="1800" b="0">
                <a:solidFill>
                  <a:srgbClr val="DBE6DD"/>
                </a:solidFill>
                <a:latin typeface="Arial"/>
                <a:ea typeface="Arial"/>
                <a:cs typeface="Arial"/>
              </a:defRPr>
            </a:pPr>
            <a:r>
              <a:rPr sz="1800" b="0">
                <a:solidFill>
                  <a:srgbClr val="DBE6DD"/>
                </a:solidFill>
                <a:latin typeface="Arial"/>
                <a:ea typeface="Arial"/>
                <a:cs typeface="Arial"/>
              </a:rPr>
              <a:t>Independent academic prototype</a:t>
            </a:r>
          </a:p>
        </p:txBody>
      </p:sp>
    </p:spTree>
    <p:extLst>
      <p:ext uri="{BB962C8B-B14F-4D97-AF65-F5344CB8AC3E}">
        <p14:creationId xmlns:p14="http://schemas.microsoft.com/office/powerpoint/2010/main" val="2012336058"/>
      </p:ext>
    </p:extLst>
  </p:cSld>
</p:sld>
</file>

<file path=ppt/slides/slide2.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B8F8F7-797A-4909-93E1-F5FE0BF32394}"/>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01  PROBLEM AND SCOPE</a:t>
            </a:r>
          </a:p>
        </p:txBody>
      </p:sp>
      <p:sp>
        <p:nvSpPr>
          <p:cNvPr id="2" name="">
            <a:extLst xmlns:a="http://schemas.openxmlformats.org/drawingml/2006/main">
              <a:ext uri="{FF2B5EF4-FFF2-40B4-BE49-F238E27FC236}">
                <a16:creationId xmlns:a16="http://schemas.microsoft.com/office/drawing/2014/main" id="{3F5DCEAF-8295-478A-9221-C164437157B4}"/>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Student questions and project scope</a:t>
            </a:r>
          </a:p>
        </p:txBody>
      </p:sp>
      <p:sp>
        <p:nvSpPr>
          <p:cNvPr id="3" name="">
            <a:extLst xmlns:a="http://schemas.openxmlformats.org/drawingml/2006/main">
              <a:ext uri="{FF2B5EF4-FFF2-40B4-BE49-F238E27FC236}">
                <a16:creationId xmlns:a16="http://schemas.microsoft.com/office/drawing/2014/main" id="{55BE6AFA-A8F6-4DD5-978B-612805BA4CA6}"/>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02</a:t>
            </a:r>
          </a:p>
        </p:txBody>
      </p:sp>
      <p:sp>
        <p:nvSpPr>
          <p:cNvPr id="4" name="">
            <a:extLst xmlns:a="http://schemas.openxmlformats.org/drawingml/2006/main">
              <a:ext uri="{FF2B5EF4-FFF2-40B4-BE49-F238E27FC236}">
                <a16:creationId xmlns:a16="http://schemas.microsoft.com/office/drawing/2014/main" id="{03DE3B5F-786A-42DF-A0B4-24D6C150B18A}"/>
              </a:ext>
            </a:extLst>
          </p:cNvPr>
          <p:cNvSpPr>
            <a:spLocks xmlns:a="http://schemas.openxmlformats.org/drawingml/2006/main" noGrp="1"/>
          </p:cNvSpPr>
          <p:nvPr/>
        </p:nvSpPr>
        <p:spPr>
          <a:xfrm xmlns:a="http://schemas.openxmlformats.org/drawingml/2006/main">
            <a:off x="685800" y="2133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34DAFEC-49A0-4E52-90CD-79F21BC1C2CA}"/>
              </a:ext>
            </a:extLst>
          </p:cNvPr>
          <p:cNvSpPr>
            <a:spLocks xmlns:a="http://schemas.openxmlformats.org/drawingml/2006/main" noGrp="1"/>
          </p:cNvSpPr>
          <p:nvPr/>
        </p:nvSpPr>
        <p:spPr>
          <a:xfrm xmlns:a="http://schemas.openxmlformats.org/drawingml/2006/main">
            <a:off x="1504950" y="21336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Problem</a:t>
            </a:r>
          </a:p>
        </p:txBody>
      </p:sp>
      <p:sp>
        <p:nvSpPr>
          <p:cNvPr id="6" name="">
            <a:extLst xmlns:a="http://schemas.openxmlformats.org/drawingml/2006/main">
              <a:ext uri="{FF2B5EF4-FFF2-40B4-BE49-F238E27FC236}">
                <a16:creationId xmlns:a16="http://schemas.microsoft.com/office/drawing/2014/main" id="{37151A31-BF2E-4371-B0C0-2EBFDDFA2B6B}"/>
              </a:ext>
            </a:extLst>
          </p:cNvPr>
          <p:cNvSpPr>
            <a:spLocks xmlns:a="http://schemas.openxmlformats.org/drawingml/2006/main" noGrp="1"/>
          </p:cNvSpPr>
          <p:nvPr/>
        </p:nvSpPr>
        <p:spPr>
          <a:xfrm xmlns:a="http://schemas.openxmlformats.org/drawingml/2006/main">
            <a:off x="1504950" y="259080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Campus information spans web pages, policy PDFs and different offices.</a:t>
            </a:r>
          </a:p>
        </p:txBody>
      </p:sp>
      <p:sp>
        <p:nvSpPr>
          <p:cNvPr id="7" name="">
            <a:extLst xmlns:a="http://schemas.openxmlformats.org/drawingml/2006/main">
              <a:ext uri="{FF2B5EF4-FFF2-40B4-BE49-F238E27FC236}">
                <a16:creationId xmlns:a16="http://schemas.microsoft.com/office/drawing/2014/main" id="{560A609B-0C90-447F-A276-B71D40670101}"/>
              </a:ext>
            </a:extLst>
          </p:cNvPr>
          <p:cNvSpPr>
            <a:spLocks xmlns:a="http://schemas.openxmlformats.org/drawingml/2006/main" noGrp="1"/>
          </p:cNvSpPr>
          <p:nvPr/>
        </p:nvSpPr>
        <p:spPr>
          <a:xfrm xmlns:a="http://schemas.openxmlformats.org/drawingml/2006/main">
            <a:off x="685800" y="34575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B554981-559F-46A2-875E-7CC4597F861F}"/>
              </a:ext>
            </a:extLst>
          </p:cNvPr>
          <p:cNvSpPr>
            <a:spLocks xmlns:a="http://schemas.openxmlformats.org/drawingml/2006/main" noGrp="1"/>
          </p:cNvSpPr>
          <p:nvPr/>
        </p:nvSpPr>
        <p:spPr>
          <a:xfrm xmlns:a="http://schemas.openxmlformats.org/drawingml/2006/main">
            <a:off x="1504950" y="34575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Objective</a:t>
            </a:r>
          </a:p>
        </p:txBody>
      </p:sp>
      <p:sp>
        <p:nvSpPr>
          <p:cNvPr id="9" name="">
            <a:extLst xmlns:a="http://schemas.openxmlformats.org/drawingml/2006/main">
              <a:ext uri="{FF2B5EF4-FFF2-40B4-BE49-F238E27FC236}">
                <a16:creationId xmlns:a16="http://schemas.microsoft.com/office/drawing/2014/main" id="{83FA0FE6-8F23-4AA4-B9F1-ECEBB448852A}"/>
              </a:ext>
            </a:extLst>
          </p:cNvPr>
          <p:cNvSpPr>
            <a:spLocks xmlns:a="http://schemas.openxmlformats.org/drawingml/2006/main" noGrp="1"/>
          </p:cNvSpPr>
          <p:nvPr/>
        </p:nvSpPr>
        <p:spPr>
          <a:xfrm xmlns:a="http://schemas.openxmlformats.org/drawingml/2006/main">
            <a:off x="1504950" y="391477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Provide one question interface with evidence students can inspect.</a:t>
            </a:r>
          </a:p>
        </p:txBody>
      </p:sp>
      <p:sp>
        <p:nvSpPr>
          <p:cNvPr id="10" name="">
            <a:extLst xmlns:a="http://schemas.openxmlformats.org/drawingml/2006/main">
              <a:ext uri="{FF2B5EF4-FFF2-40B4-BE49-F238E27FC236}">
                <a16:creationId xmlns:a16="http://schemas.microsoft.com/office/drawing/2014/main" id="{69C5B02C-0191-4FEA-930B-4994271082C8}"/>
              </a:ext>
            </a:extLst>
          </p:cNvPr>
          <p:cNvSpPr>
            <a:spLocks xmlns:a="http://schemas.openxmlformats.org/drawingml/2006/main" noGrp="1"/>
          </p:cNvSpPr>
          <p:nvPr/>
        </p:nvSpPr>
        <p:spPr>
          <a:xfrm xmlns:a="http://schemas.openxmlformats.org/drawingml/2006/main">
            <a:off x="685800" y="47815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939A7B0-13CD-4E0C-B3FB-434E8A6A0A7F}"/>
              </a:ext>
            </a:extLst>
          </p:cNvPr>
          <p:cNvSpPr>
            <a:spLocks xmlns:a="http://schemas.openxmlformats.org/drawingml/2006/main" noGrp="1"/>
          </p:cNvSpPr>
          <p:nvPr/>
        </p:nvSpPr>
        <p:spPr>
          <a:xfrm xmlns:a="http://schemas.openxmlformats.org/drawingml/2006/main">
            <a:off x="1504950" y="47815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Boundary</a:t>
            </a:r>
          </a:p>
        </p:txBody>
      </p:sp>
      <p:sp>
        <p:nvSpPr>
          <p:cNvPr id="12" name="">
            <a:extLst xmlns:a="http://schemas.openxmlformats.org/drawingml/2006/main">
              <a:ext uri="{FF2B5EF4-FFF2-40B4-BE49-F238E27FC236}">
                <a16:creationId xmlns:a16="http://schemas.microsoft.com/office/drawing/2014/main" id="{FE51691B-4CB5-4994-8C4C-4FA7AFEA424F}"/>
              </a:ext>
            </a:extLst>
          </p:cNvPr>
          <p:cNvSpPr>
            <a:spLocks xmlns:a="http://schemas.openxmlformats.org/drawingml/2006/main" noGrp="1"/>
          </p:cNvSpPr>
          <p:nvPr/>
        </p:nvSpPr>
        <p:spPr>
          <a:xfrm xmlns:a="http://schemas.openxmlformats.org/drawingml/2006/main">
            <a:off x="1504950" y="52387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Public Vellore information. Personal VTOP records remain unavailable.</a:t>
            </a:r>
          </a:p>
        </p:txBody>
      </p:sp>
    </p:spTree>
    <p:extLst>
      <p:ext uri="{BB962C8B-B14F-4D97-AF65-F5344CB8AC3E}">
        <p14:creationId xmlns:p14="http://schemas.microsoft.com/office/powerpoint/2010/main" val="883419513"/>
      </p:ext>
    </p:extLst>
  </p:cSld>
</p:sld>
</file>

<file path=ppt/slides/slide3.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675663-E085-4F28-B94F-182850D65F56}"/>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02  IMPLEMENTED SYSTEM</a:t>
            </a:r>
          </a:p>
        </p:txBody>
      </p:sp>
      <p:sp>
        <p:nvSpPr>
          <p:cNvPr id="2" name="">
            <a:extLst xmlns:a="http://schemas.openxmlformats.org/drawingml/2006/main">
              <a:ext uri="{FF2B5EF4-FFF2-40B4-BE49-F238E27FC236}">
                <a16:creationId xmlns:a16="http://schemas.microsoft.com/office/drawing/2014/main" id="{87955383-8C04-4720-930B-B352F8F24D21}"/>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Implemented features</a:t>
            </a:r>
          </a:p>
        </p:txBody>
      </p:sp>
      <p:sp>
        <p:nvSpPr>
          <p:cNvPr id="3" name="">
            <a:extLst xmlns:a="http://schemas.openxmlformats.org/drawingml/2006/main">
              <a:ext uri="{FF2B5EF4-FFF2-40B4-BE49-F238E27FC236}">
                <a16:creationId xmlns:a16="http://schemas.microsoft.com/office/drawing/2014/main" id="{3C263739-3276-4AA1-873C-AEB6F833B941}"/>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03</a:t>
            </a:r>
          </a:p>
        </p:txBody>
      </p:sp>
      <p:sp>
        <p:nvSpPr>
          <p:cNvPr id="4" name="">
            <a:extLst xmlns:a="http://schemas.openxmlformats.org/drawingml/2006/main">
              <a:ext uri="{FF2B5EF4-FFF2-40B4-BE49-F238E27FC236}">
                <a16:creationId xmlns:a16="http://schemas.microsoft.com/office/drawing/2014/main" id="{F1B78D76-196D-4E4A-B2CC-0497B05A25CF}"/>
              </a:ext>
            </a:extLst>
          </p:cNvPr>
          <p:cNvSpPr>
            <a:spLocks xmlns:a="http://schemas.openxmlformats.org/drawingml/2006/main" noGrp="1"/>
          </p:cNvSpPr>
          <p:nvPr/>
        </p:nvSpPr>
        <p:spPr>
          <a:xfrm xmlns:a="http://schemas.openxmlformats.org/drawingml/2006/main">
            <a:off x="685800" y="213360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Student workspace</a:t>
            </a:r>
          </a:p>
        </p:txBody>
      </p:sp>
      <p:sp>
        <p:nvSpPr>
          <p:cNvPr id="5" name="">
            <a:extLst xmlns:a="http://schemas.openxmlformats.org/drawingml/2006/main">
              <a:ext uri="{FF2B5EF4-FFF2-40B4-BE49-F238E27FC236}">
                <a16:creationId xmlns:a16="http://schemas.microsoft.com/office/drawing/2014/main" id="{4AD3AA42-DD9C-4AFC-8C8F-658C2B8DF36B}"/>
              </a:ext>
            </a:extLst>
          </p:cNvPr>
          <p:cNvSpPr>
            <a:spLocks xmlns:a="http://schemas.openxmlformats.org/drawingml/2006/main" noGrp="1"/>
          </p:cNvSpPr>
          <p:nvPr/>
        </p:nvSpPr>
        <p:spPr>
          <a:xfrm xmlns:a="http://schemas.openxmlformats.org/drawingml/2006/main">
            <a:off x="685800" y="2733675"/>
            <a:ext cx="66675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2B27"/>
                </a:solidFill>
                <a:latin typeface="Arial"/>
                <a:ea typeface="Arial"/>
                <a:cs typeface="Arial"/>
              </a:defRPr>
            </a:defPPr>
            <a:lvl1pPr>
              <a:defRPr sz="2175" b="0">
                <a:solidFill>
                  <a:srgbClr val="232B27"/>
                </a:solidFill>
                <a:latin typeface="Arial"/>
                <a:ea typeface="Arial"/>
                <a:cs typeface="Arial"/>
              </a:defRPr>
            </a:lvl1pPr>
            <a:lvl2pPr>
              <a:defRPr sz="2175" b="0">
                <a:solidFill>
                  <a:srgbClr val="232B27"/>
                </a:solidFill>
                <a:latin typeface="Arial"/>
                <a:ea typeface="Arial"/>
                <a:cs typeface="Arial"/>
              </a:defRPr>
            </a:lvl2pPr>
            <a:lvl3pPr>
              <a:defRPr sz="2175" b="0">
                <a:solidFill>
                  <a:srgbClr val="232B27"/>
                </a:solidFill>
                <a:latin typeface="Arial"/>
                <a:ea typeface="Arial"/>
                <a:cs typeface="Arial"/>
              </a:defRPr>
            </a:lvl3pPr>
            <a:lvl4pPr>
              <a:defRPr sz="2175" b="0">
                <a:solidFill>
                  <a:srgbClr val="232B27"/>
                </a:solidFill>
                <a:latin typeface="Arial"/>
                <a:ea typeface="Arial"/>
                <a:cs typeface="Arial"/>
              </a:defRPr>
            </a:lvl4pPr>
            <a:lvl5pPr>
              <a:defRPr sz="2175" b="0">
                <a:solidFill>
                  <a:srgbClr val="232B27"/>
                </a:solidFill>
                <a:latin typeface="Arial"/>
                <a:ea typeface="Arial"/>
                <a:cs typeface="Arial"/>
              </a:defRPr>
            </a:lvl5pPr>
            <a:lvl6pPr>
              <a:defRPr sz="2175" b="0">
                <a:solidFill>
                  <a:srgbClr val="232B27"/>
                </a:solidFill>
                <a:latin typeface="Arial"/>
                <a:ea typeface="Arial"/>
                <a:cs typeface="Arial"/>
              </a:defRPr>
            </a:lvl6pPr>
            <a:lvl7pPr>
              <a:defRPr sz="2175" b="0">
                <a:solidFill>
                  <a:srgbClr val="232B27"/>
                </a:solidFill>
                <a:latin typeface="Arial"/>
                <a:ea typeface="Arial"/>
                <a:cs typeface="Arial"/>
              </a:defRPr>
            </a:lvl7pPr>
            <a:lvl8pPr>
              <a:defRPr sz="2175" b="0">
                <a:solidFill>
                  <a:srgbClr val="232B27"/>
                </a:solidFill>
                <a:latin typeface="Arial"/>
                <a:ea typeface="Arial"/>
                <a:cs typeface="Arial"/>
              </a:defRPr>
            </a:lvl8pPr>
            <a:lvl9pPr>
              <a:defRPr sz="2175" b="0">
                <a:solidFill>
                  <a:srgbClr val="232B27"/>
                </a:solidFill>
                <a:latin typeface="Arial"/>
                <a:ea typeface="Arial"/>
                <a:cs typeface="Arial"/>
              </a:defRPr>
            </a:lvl9pPr>
          </a:lstStyle>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Cited chat answers and source inspection</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Conversation follow-ups and topic returns</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Searchable official-source knowledge base</a:t>
            </a:r>
          </a:p>
        </p:txBody>
      </p:sp>
      <p:sp>
        <p:nvSpPr>
          <p:cNvPr id="6" name="">
            <a:extLst xmlns:a="http://schemas.openxmlformats.org/drawingml/2006/main">
              <a:ext uri="{FF2B5EF4-FFF2-40B4-BE49-F238E27FC236}">
                <a16:creationId xmlns:a16="http://schemas.microsoft.com/office/drawing/2014/main" id="{4038434B-9FD0-4FDB-A3B2-6F1C54640E2A}"/>
              </a:ext>
            </a:extLst>
          </p:cNvPr>
          <p:cNvSpPr>
            <a:spLocks xmlns:a="http://schemas.openxmlformats.org/drawingml/2006/main" noGrp="1"/>
          </p:cNvSpPr>
          <p:nvPr/>
        </p:nvSpPr>
        <p:spPr>
          <a:xfrm xmlns:a="http://schemas.openxmlformats.org/drawingml/2006/main">
            <a:off x="685800" y="468630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Staff workflow</a:t>
            </a:r>
          </a:p>
        </p:txBody>
      </p:sp>
      <p:sp>
        <p:nvSpPr>
          <p:cNvPr id="7" name="">
            <a:extLst xmlns:a="http://schemas.openxmlformats.org/drawingml/2006/main">
              <a:ext uri="{FF2B5EF4-FFF2-40B4-BE49-F238E27FC236}">
                <a16:creationId xmlns:a16="http://schemas.microsoft.com/office/drawing/2014/main" id="{769C2A3B-85DB-4158-8C66-C6E71238F9F5}"/>
              </a:ext>
            </a:extLst>
          </p:cNvPr>
          <p:cNvSpPr>
            <a:spLocks xmlns:a="http://schemas.openxmlformats.org/drawingml/2006/main" noGrp="1"/>
          </p:cNvSpPr>
          <p:nvPr/>
        </p:nvSpPr>
        <p:spPr>
          <a:xfrm xmlns:a="http://schemas.openxmlformats.org/drawingml/2006/main">
            <a:off x="685800" y="5219700"/>
            <a:ext cx="685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2B27"/>
                </a:solidFill>
                <a:latin typeface="Arial"/>
                <a:ea typeface="Arial"/>
                <a:cs typeface="Arial"/>
              </a:defRPr>
            </a:defPPr>
            <a:lvl1pPr>
              <a:defRPr sz="2175" b="0">
                <a:solidFill>
                  <a:srgbClr val="232B27"/>
                </a:solidFill>
                <a:latin typeface="Arial"/>
                <a:ea typeface="Arial"/>
                <a:cs typeface="Arial"/>
              </a:defRPr>
            </a:lvl1pPr>
            <a:lvl2pPr>
              <a:defRPr sz="2175" b="0">
                <a:solidFill>
                  <a:srgbClr val="232B27"/>
                </a:solidFill>
                <a:latin typeface="Arial"/>
                <a:ea typeface="Arial"/>
                <a:cs typeface="Arial"/>
              </a:defRPr>
            </a:lvl2pPr>
            <a:lvl3pPr>
              <a:defRPr sz="2175" b="0">
                <a:solidFill>
                  <a:srgbClr val="232B27"/>
                </a:solidFill>
                <a:latin typeface="Arial"/>
                <a:ea typeface="Arial"/>
                <a:cs typeface="Arial"/>
              </a:defRPr>
            </a:lvl3pPr>
            <a:lvl4pPr>
              <a:defRPr sz="2175" b="0">
                <a:solidFill>
                  <a:srgbClr val="232B27"/>
                </a:solidFill>
                <a:latin typeface="Arial"/>
                <a:ea typeface="Arial"/>
                <a:cs typeface="Arial"/>
              </a:defRPr>
            </a:lvl4pPr>
            <a:lvl5pPr>
              <a:defRPr sz="2175" b="0">
                <a:solidFill>
                  <a:srgbClr val="232B27"/>
                </a:solidFill>
                <a:latin typeface="Arial"/>
                <a:ea typeface="Arial"/>
                <a:cs typeface="Arial"/>
              </a:defRPr>
            </a:lvl5pPr>
            <a:lvl6pPr>
              <a:defRPr sz="2175" b="0">
                <a:solidFill>
                  <a:srgbClr val="232B27"/>
                </a:solidFill>
                <a:latin typeface="Arial"/>
                <a:ea typeface="Arial"/>
                <a:cs typeface="Arial"/>
              </a:defRPr>
            </a:lvl6pPr>
            <a:lvl7pPr>
              <a:defRPr sz="2175" b="0">
                <a:solidFill>
                  <a:srgbClr val="232B27"/>
                </a:solidFill>
                <a:latin typeface="Arial"/>
                <a:ea typeface="Arial"/>
                <a:cs typeface="Arial"/>
              </a:defRPr>
            </a:lvl7pPr>
            <a:lvl8pPr>
              <a:defRPr sz="2175" b="0">
                <a:solidFill>
                  <a:srgbClr val="232B27"/>
                </a:solidFill>
                <a:latin typeface="Arial"/>
                <a:ea typeface="Arial"/>
                <a:cs typeface="Arial"/>
              </a:defRPr>
            </a:lvl8pPr>
            <a:lvl9pPr>
              <a:defRPr sz="2175" b="0">
                <a:solidFill>
                  <a:srgbClr val="232B27"/>
                </a:solidFill>
                <a:latin typeface="Arial"/>
                <a:ea typeface="Arial"/>
                <a:cs typeface="Arial"/>
              </a:defRPr>
            </a:lvl9pPr>
          </a:lstStyle>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Explicit ticket consent, protected queue,</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resolve and reopen actions</a:t>
            </a:r>
          </a:p>
        </p:txBody>
      </p:sp>
      <p:pic>
        <p:nvPicPr>
          <p:cNvPr id="8" name="">
            <a:extLst xmlns:a="http://schemas.openxmlformats.org/drawingml/2006/main">
              <a:ext uri="{FF2B5EF4-FFF2-40B4-BE49-F238E27FC236}">
                <a16:creationId xmlns:a16="http://schemas.microsoft.com/office/drawing/2014/main" id="{B7F96E64-AC32-45DA-BCC2-BA15FE33C124}"/>
              </a:ext>
            </a:extLst>
          </p:cNvPr>
          <p:cNvPicPr>
            <a:picLocks xmlns:a="http://schemas.openxmlformats.org/drawingml/2006/main" noChangeAspect="1"/>
          </p:cNvPicPr>
          <p:nvPr/>
        </p:nvPicPr>
        <p:blipFill>
          <a:blip xmlns:r="http://schemas.openxmlformats.org/officeDocument/2006/relationships" xmlns:a="http://schemas.openxmlformats.org/drawingml/2006/main" r:embed="R08e9368c97d9476b"/>
          <a:stretch xmlns:a="http://schemas.openxmlformats.org/drawingml/2006/main"/>
        </p:blipFill>
        <p:spPr>
          <a:xfrm xmlns:a="http://schemas.openxmlformats.org/drawingml/2006/main">
            <a:off x="8928470" y="1943100"/>
            <a:ext cx="1335935" cy="4095750"/>
          </a:xfrm>
          <a:prstGeom xmlns:a="http://schemas.openxmlformats.org/drawingml/2006/main" prst="rect">
            <a:avLst/>
          </a:prstGeom>
        </p:spPr>
      </p:pic>
    </p:spTree>
    <p:extLst>
      <p:ext uri="{BB962C8B-B14F-4D97-AF65-F5344CB8AC3E}">
        <p14:creationId xmlns:p14="http://schemas.microsoft.com/office/powerpoint/2010/main" val="1904566884"/>
      </p:ext>
    </p:extLst>
  </p:cSld>
</p:sld>
</file>

<file path=ppt/slides/slide4.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C85B3A-9447-4CAA-A3EA-E16C1AC3504E}"/>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02  IMPLEMENTED SYSTEM</a:t>
            </a:r>
          </a:p>
        </p:txBody>
      </p:sp>
      <p:sp>
        <p:nvSpPr>
          <p:cNvPr id="2" name="">
            <a:extLst xmlns:a="http://schemas.openxmlformats.org/drawingml/2006/main">
              <a:ext uri="{FF2B5EF4-FFF2-40B4-BE49-F238E27FC236}">
                <a16:creationId xmlns:a16="http://schemas.microsoft.com/office/drawing/2014/main" id="{F7E43706-D54D-43BF-B611-039FF8964F1B}"/>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Architecture and answer flow</a:t>
            </a:r>
          </a:p>
        </p:txBody>
      </p:sp>
      <p:sp>
        <p:nvSpPr>
          <p:cNvPr id="3" name="">
            <a:extLst xmlns:a="http://schemas.openxmlformats.org/drawingml/2006/main">
              <a:ext uri="{FF2B5EF4-FFF2-40B4-BE49-F238E27FC236}">
                <a16:creationId xmlns:a16="http://schemas.microsoft.com/office/drawing/2014/main" id="{3B5D07D7-DC83-4475-AF63-1EA27597E859}"/>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04</a:t>
            </a:r>
          </a:p>
        </p:txBody>
      </p:sp>
      <p:sp>
        <p:nvSpPr>
          <p:cNvPr id="4" name="">
            <a:extLst xmlns:a="http://schemas.openxmlformats.org/drawingml/2006/main">
              <a:ext uri="{FF2B5EF4-FFF2-40B4-BE49-F238E27FC236}">
                <a16:creationId xmlns:a16="http://schemas.microsoft.com/office/drawing/2014/main" id="{D52C495B-F590-4926-9178-5A06C513D7B6}"/>
              </a:ext>
            </a:extLst>
          </p:cNvPr>
          <p:cNvSpPr>
            <a:spLocks xmlns:a="http://schemas.openxmlformats.org/drawingml/2006/main" noGrp="1"/>
          </p:cNvSpPr>
          <p:nvPr/>
        </p:nvSpPr>
        <p:spPr>
          <a:xfrm xmlns:a="http://schemas.openxmlformats.org/drawingml/2006/main">
            <a:off x="685800" y="2133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B66B1BE-D10B-44A8-B2AA-D478F2E9F709}"/>
              </a:ext>
            </a:extLst>
          </p:cNvPr>
          <p:cNvSpPr>
            <a:spLocks xmlns:a="http://schemas.openxmlformats.org/drawingml/2006/main" noGrp="1"/>
          </p:cNvSpPr>
          <p:nvPr/>
        </p:nvSpPr>
        <p:spPr>
          <a:xfrm xmlns:a="http://schemas.openxmlformats.org/drawingml/2006/main">
            <a:off x="1504950" y="21336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React interface  /  Vercel</a:t>
            </a:r>
          </a:p>
        </p:txBody>
      </p:sp>
      <p:sp>
        <p:nvSpPr>
          <p:cNvPr id="6" name="">
            <a:extLst xmlns:a="http://schemas.openxmlformats.org/drawingml/2006/main">
              <a:ext uri="{FF2B5EF4-FFF2-40B4-BE49-F238E27FC236}">
                <a16:creationId xmlns:a16="http://schemas.microsoft.com/office/drawing/2014/main" id="{8AD52CCF-B465-43FB-A13E-340D731D588F}"/>
              </a:ext>
            </a:extLst>
          </p:cNvPr>
          <p:cNvSpPr>
            <a:spLocks xmlns:a="http://schemas.openxmlformats.org/drawingml/2006/main" noGrp="1"/>
          </p:cNvSpPr>
          <p:nvPr/>
        </p:nvSpPr>
        <p:spPr>
          <a:xfrm xmlns:a="http://schemas.openxmlformats.org/drawingml/2006/main">
            <a:off x="1504950" y="259080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Student chat, knowledge browser and staff workspace</a:t>
            </a:r>
          </a:p>
        </p:txBody>
      </p:sp>
      <p:sp>
        <p:nvSpPr>
          <p:cNvPr id="7" name="">
            <a:extLst xmlns:a="http://schemas.openxmlformats.org/drawingml/2006/main">
              <a:ext uri="{FF2B5EF4-FFF2-40B4-BE49-F238E27FC236}">
                <a16:creationId xmlns:a16="http://schemas.microsoft.com/office/drawing/2014/main" id="{86F0AAD3-7934-4D72-85CA-915041DECF27}"/>
              </a:ext>
            </a:extLst>
          </p:cNvPr>
          <p:cNvSpPr>
            <a:spLocks xmlns:a="http://schemas.openxmlformats.org/drawingml/2006/main" noGrp="1"/>
          </p:cNvSpPr>
          <p:nvPr/>
        </p:nvSpPr>
        <p:spPr>
          <a:xfrm xmlns:a="http://schemas.openxmlformats.org/drawingml/2006/main">
            <a:off x="685800" y="34575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5F71E41-A176-4351-88B8-CE72B9B36EE8}"/>
              </a:ext>
            </a:extLst>
          </p:cNvPr>
          <p:cNvSpPr>
            <a:spLocks xmlns:a="http://schemas.openxmlformats.org/drawingml/2006/main" noGrp="1"/>
          </p:cNvSpPr>
          <p:nvPr/>
        </p:nvSpPr>
        <p:spPr>
          <a:xfrm xmlns:a="http://schemas.openxmlformats.org/drawingml/2006/main">
            <a:off x="1504950" y="34575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FastAPI backend  /  Render</a:t>
            </a:r>
          </a:p>
        </p:txBody>
      </p:sp>
      <p:sp>
        <p:nvSpPr>
          <p:cNvPr id="9" name="">
            <a:extLst xmlns:a="http://schemas.openxmlformats.org/drawingml/2006/main">
              <a:ext uri="{FF2B5EF4-FFF2-40B4-BE49-F238E27FC236}">
                <a16:creationId xmlns:a16="http://schemas.microsoft.com/office/drawing/2014/main" id="{479B2957-117D-42B0-B11F-29832EA8E704}"/>
              </a:ext>
            </a:extLst>
          </p:cNvPr>
          <p:cNvSpPr>
            <a:spLocks xmlns:a="http://schemas.openxmlformats.org/drawingml/2006/main" noGrp="1"/>
          </p:cNvSpPr>
          <p:nvPr/>
        </p:nvSpPr>
        <p:spPr>
          <a:xfrm xmlns:a="http://schemas.openxmlformats.org/drawingml/2006/main">
            <a:off x="1504950" y="391477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History resolution, hybrid retrieval, OpenRouter generation and validation</a:t>
            </a:r>
          </a:p>
        </p:txBody>
      </p:sp>
      <p:sp>
        <p:nvSpPr>
          <p:cNvPr id="10" name="">
            <a:extLst xmlns:a="http://schemas.openxmlformats.org/drawingml/2006/main">
              <a:ext uri="{FF2B5EF4-FFF2-40B4-BE49-F238E27FC236}">
                <a16:creationId xmlns:a16="http://schemas.microsoft.com/office/drawing/2014/main" id="{399D1583-0B11-4C35-B532-44FE027DE001}"/>
              </a:ext>
            </a:extLst>
          </p:cNvPr>
          <p:cNvSpPr>
            <a:spLocks xmlns:a="http://schemas.openxmlformats.org/drawingml/2006/main" noGrp="1"/>
          </p:cNvSpPr>
          <p:nvPr/>
        </p:nvSpPr>
        <p:spPr>
          <a:xfrm xmlns:a="http://schemas.openxmlformats.org/drawingml/2006/main">
            <a:off x="685800" y="47815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F97745C-2A8D-4C70-A25D-06D747627E52}"/>
              </a:ext>
            </a:extLst>
          </p:cNvPr>
          <p:cNvSpPr>
            <a:spLocks xmlns:a="http://schemas.openxmlformats.org/drawingml/2006/main" noGrp="1"/>
          </p:cNvSpPr>
          <p:nvPr/>
        </p:nvSpPr>
        <p:spPr>
          <a:xfrm xmlns:a="http://schemas.openxmlformats.org/drawingml/2006/main">
            <a:off x="1504950" y="47815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Neon PostgreSQL with pgvector</a:t>
            </a:r>
          </a:p>
        </p:txBody>
      </p:sp>
      <p:sp>
        <p:nvSpPr>
          <p:cNvPr id="12" name="">
            <a:extLst xmlns:a="http://schemas.openxmlformats.org/drawingml/2006/main">
              <a:ext uri="{FF2B5EF4-FFF2-40B4-BE49-F238E27FC236}">
                <a16:creationId xmlns:a16="http://schemas.microsoft.com/office/drawing/2014/main" id="{8E9EDEF7-C32D-45EF-9A71-D7C744ECD946}"/>
              </a:ext>
            </a:extLst>
          </p:cNvPr>
          <p:cNvSpPr>
            <a:spLocks xmlns:a="http://schemas.openxmlformats.org/drawingml/2006/main" noGrp="1"/>
          </p:cNvSpPr>
          <p:nvPr/>
        </p:nvSpPr>
        <p:spPr>
          <a:xfrm xmlns:a="http://schemas.openxmlformats.org/drawingml/2006/main">
            <a:off x="1504950" y="52387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Approved documents, 384-dimensional vectors, conversations and tickets</a:t>
            </a:r>
          </a:p>
        </p:txBody>
      </p:sp>
    </p:spTree>
    <p:extLst>
      <p:ext uri="{BB962C8B-B14F-4D97-AF65-F5344CB8AC3E}">
        <p14:creationId xmlns:p14="http://schemas.microsoft.com/office/powerpoint/2010/main" val="753431507"/>
      </p:ext>
    </p:extLst>
  </p:cSld>
</p:sld>
</file>

<file path=ppt/slides/slide5.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A89164-2B6E-4B72-8DB3-D60CDAB008DD}"/>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02  IMPLEMENTED SYSTEM</a:t>
            </a:r>
          </a:p>
        </p:txBody>
      </p:sp>
      <p:sp>
        <p:nvSpPr>
          <p:cNvPr id="2" name="">
            <a:extLst xmlns:a="http://schemas.openxmlformats.org/drawingml/2006/main">
              <a:ext uri="{FF2B5EF4-FFF2-40B4-BE49-F238E27FC236}">
                <a16:creationId xmlns:a16="http://schemas.microsoft.com/office/drawing/2014/main" id="{EA766BDF-9DB4-43A7-848C-A818D84A9436}"/>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Official knowledge and source boundaries</a:t>
            </a:r>
          </a:p>
        </p:txBody>
      </p:sp>
      <p:sp>
        <p:nvSpPr>
          <p:cNvPr id="3" name="">
            <a:extLst xmlns:a="http://schemas.openxmlformats.org/drawingml/2006/main">
              <a:ext uri="{FF2B5EF4-FFF2-40B4-BE49-F238E27FC236}">
                <a16:creationId xmlns:a16="http://schemas.microsoft.com/office/drawing/2014/main" id="{B4386579-F367-484A-924D-E52B1A17A550}"/>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05</a:t>
            </a:r>
          </a:p>
        </p:txBody>
      </p:sp>
      <p:sp>
        <p:nvSpPr>
          <p:cNvPr id="4" name="">
            <a:extLst xmlns:a="http://schemas.openxmlformats.org/drawingml/2006/main">
              <a:ext uri="{FF2B5EF4-FFF2-40B4-BE49-F238E27FC236}">
                <a16:creationId xmlns:a16="http://schemas.microsoft.com/office/drawing/2014/main" id="{441AC157-A45E-40FB-AFAD-E9F52D2E672B}"/>
              </a:ext>
            </a:extLst>
          </p:cNvPr>
          <p:cNvSpPr>
            <a:spLocks xmlns:a="http://schemas.openxmlformats.org/drawingml/2006/main" noGrp="1"/>
          </p:cNvSpPr>
          <p:nvPr/>
        </p:nvSpPr>
        <p:spPr>
          <a:xfrm xmlns:a="http://schemas.openxmlformats.org/drawingml/2006/main">
            <a:off x="685800" y="22383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294F40"/>
                </a:solidFill>
                <a:latin typeface="Arial"/>
                <a:ea typeface="Arial"/>
                <a:cs typeface="Arial"/>
              </a:defRPr>
            </a:defPPr>
            <a:lvl1pPr>
              <a:defRPr sz="4800" b="1">
                <a:solidFill>
                  <a:srgbClr val="294F40"/>
                </a:solidFill>
                <a:latin typeface="Arial"/>
                <a:ea typeface="Arial"/>
                <a:cs typeface="Arial"/>
              </a:defRPr>
            </a:lvl1pPr>
            <a:lvl2pPr>
              <a:defRPr sz="4800" b="1">
                <a:solidFill>
                  <a:srgbClr val="294F40"/>
                </a:solidFill>
                <a:latin typeface="Arial"/>
                <a:ea typeface="Arial"/>
                <a:cs typeface="Arial"/>
              </a:defRPr>
            </a:lvl2pPr>
            <a:lvl3pPr>
              <a:defRPr sz="4800" b="1">
                <a:solidFill>
                  <a:srgbClr val="294F40"/>
                </a:solidFill>
                <a:latin typeface="Arial"/>
                <a:ea typeface="Arial"/>
                <a:cs typeface="Arial"/>
              </a:defRPr>
            </a:lvl3pPr>
            <a:lvl4pPr>
              <a:defRPr sz="4800" b="1">
                <a:solidFill>
                  <a:srgbClr val="294F40"/>
                </a:solidFill>
                <a:latin typeface="Arial"/>
                <a:ea typeface="Arial"/>
                <a:cs typeface="Arial"/>
              </a:defRPr>
            </a:lvl4pPr>
            <a:lvl5pPr>
              <a:defRPr sz="4800" b="1">
                <a:solidFill>
                  <a:srgbClr val="294F40"/>
                </a:solidFill>
                <a:latin typeface="Arial"/>
                <a:ea typeface="Arial"/>
                <a:cs typeface="Arial"/>
              </a:defRPr>
            </a:lvl5pPr>
            <a:lvl6pPr>
              <a:defRPr sz="4800" b="1">
                <a:solidFill>
                  <a:srgbClr val="294F40"/>
                </a:solidFill>
                <a:latin typeface="Arial"/>
                <a:ea typeface="Arial"/>
                <a:cs typeface="Arial"/>
              </a:defRPr>
            </a:lvl6pPr>
            <a:lvl7pPr>
              <a:defRPr sz="4800" b="1">
                <a:solidFill>
                  <a:srgbClr val="294F40"/>
                </a:solidFill>
                <a:latin typeface="Arial"/>
                <a:ea typeface="Arial"/>
                <a:cs typeface="Arial"/>
              </a:defRPr>
            </a:lvl7pPr>
            <a:lvl8pPr>
              <a:defRPr sz="4800" b="1">
                <a:solidFill>
                  <a:srgbClr val="294F40"/>
                </a:solidFill>
                <a:latin typeface="Arial"/>
                <a:ea typeface="Arial"/>
                <a:cs typeface="Arial"/>
              </a:defRPr>
            </a:lvl8pPr>
            <a:lvl9pPr>
              <a:defRPr sz="4800" b="1">
                <a:solidFill>
                  <a:srgbClr val="294F40"/>
                </a:solidFill>
                <a:latin typeface="Arial"/>
                <a:ea typeface="Arial"/>
                <a:cs typeface="Arial"/>
              </a:defRPr>
            </a:lvl9pPr>
          </a:lstStyle>
          <a:p xmlns:a="http://schemas.openxmlformats.org/drawingml/2006/main">
            <a:pPr>
              <a:defRPr sz="4800" b="1">
                <a:solidFill>
                  <a:srgbClr val="294F40"/>
                </a:solidFill>
                <a:latin typeface="Arial"/>
                <a:ea typeface="Arial"/>
                <a:cs typeface="Arial"/>
              </a:defRPr>
            </a:pPr>
            <a:r>
              <a:rPr sz="4800" b="1">
                <a:solidFill>
                  <a:srgbClr val="294F40"/>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D542BE7B-F70D-434A-A67E-AE8B26DC5105}"/>
              </a:ext>
            </a:extLst>
          </p:cNvPr>
          <p:cNvSpPr>
            <a:spLocks xmlns:a="http://schemas.openxmlformats.org/drawingml/2006/main" noGrp="1"/>
          </p:cNvSpPr>
          <p:nvPr/>
        </p:nvSpPr>
        <p:spPr>
          <a:xfrm xmlns:a="http://schemas.openxmlformats.org/drawingml/2006/main">
            <a:off x="685800" y="32004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32B27"/>
                </a:solidFill>
                <a:latin typeface="Arial"/>
                <a:ea typeface="Arial"/>
                <a:cs typeface="Arial"/>
              </a:defRPr>
            </a:defPPr>
            <a:lvl1pPr>
              <a:defRPr sz="1875" b="0">
                <a:solidFill>
                  <a:srgbClr val="232B27"/>
                </a:solidFill>
                <a:latin typeface="Arial"/>
                <a:ea typeface="Arial"/>
                <a:cs typeface="Arial"/>
              </a:defRPr>
            </a:lvl1pPr>
            <a:lvl2pPr>
              <a:defRPr sz="1875" b="0">
                <a:solidFill>
                  <a:srgbClr val="232B27"/>
                </a:solidFill>
                <a:latin typeface="Arial"/>
                <a:ea typeface="Arial"/>
                <a:cs typeface="Arial"/>
              </a:defRPr>
            </a:lvl2pPr>
            <a:lvl3pPr>
              <a:defRPr sz="1875" b="0">
                <a:solidFill>
                  <a:srgbClr val="232B27"/>
                </a:solidFill>
                <a:latin typeface="Arial"/>
                <a:ea typeface="Arial"/>
                <a:cs typeface="Arial"/>
              </a:defRPr>
            </a:lvl3pPr>
            <a:lvl4pPr>
              <a:defRPr sz="1875" b="0">
                <a:solidFill>
                  <a:srgbClr val="232B27"/>
                </a:solidFill>
                <a:latin typeface="Arial"/>
                <a:ea typeface="Arial"/>
                <a:cs typeface="Arial"/>
              </a:defRPr>
            </a:lvl4pPr>
            <a:lvl5pPr>
              <a:defRPr sz="1875" b="0">
                <a:solidFill>
                  <a:srgbClr val="232B27"/>
                </a:solidFill>
                <a:latin typeface="Arial"/>
                <a:ea typeface="Arial"/>
                <a:cs typeface="Arial"/>
              </a:defRPr>
            </a:lvl5pPr>
            <a:lvl6pPr>
              <a:defRPr sz="1875" b="0">
                <a:solidFill>
                  <a:srgbClr val="232B27"/>
                </a:solidFill>
                <a:latin typeface="Arial"/>
                <a:ea typeface="Arial"/>
                <a:cs typeface="Arial"/>
              </a:defRPr>
            </a:lvl6pPr>
            <a:lvl7pPr>
              <a:defRPr sz="1875" b="0">
                <a:solidFill>
                  <a:srgbClr val="232B27"/>
                </a:solidFill>
                <a:latin typeface="Arial"/>
                <a:ea typeface="Arial"/>
                <a:cs typeface="Arial"/>
              </a:defRPr>
            </a:lvl7pPr>
            <a:lvl8pPr>
              <a:defRPr sz="1875" b="0">
                <a:solidFill>
                  <a:srgbClr val="232B27"/>
                </a:solidFill>
                <a:latin typeface="Arial"/>
                <a:ea typeface="Arial"/>
                <a:cs typeface="Arial"/>
              </a:defRPr>
            </a:lvl8pPr>
            <a:lvl9pPr>
              <a:defRPr sz="1875" b="0">
                <a:solidFill>
                  <a:srgbClr val="232B27"/>
                </a:solidFill>
                <a:latin typeface="Arial"/>
                <a:ea typeface="Arial"/>
                <a:cs typeface="Arial"/>
              </a:defRPr>
            </a:lvl9pPr>
          </a:lstStyle>
          <a:p xmlns:a="http://schemas.openxmlformats.org/drawingml/2006/main">
            <a:pPr>
              <a:defRPr sz="1875" b="0">
                <a:solidFill>
                  <a:srgbClr val="232B27"/>
                </a:solidFill>
                <a:latin typeface="Arial"/>
                <a:ea typeface="Arial"/>
                <a:cs typeface="Arial"/>
              </a:defRPr>
            </a:pPr>
            <a:r>
              <a:rPr sz="1875" b="0">
                <a:solidFill>
                  <a:srgbClr val="232B27"/>
                </a:solidFill>
                <a:latin typeface="Arial"/>
                <a:ea typeface="Arial"/>
                <a:cs typeface="Arial"/>
              </a:rPr>
              <a:t>public source documents</a:t>
            </a:r>
          </a:p>
        </p:txBody>
      </p:sp>
      <p:sp>
        <p:nvSpPr>
          <p:cNvPr id="6" name="">
            <a:extLst xmlns:a="http://schemas.openxmlformats.org/drawingml/2006/main">
              <a:ext uri="{FF2B5EF4-FFF2-40B4-BE49-F238E27FC236}">
                <a16:creationId xmlns:a16="http://schemas.microsoft.com/office/drawing/2014/main" id="{3039D194-6EEB-4C3C-8AB6-D919CAE84B24}"/>
              </a:ext>
            </a:extLst>
          </p:cNvPr>
          <p:cNvSpPr>
            <a:spLocks xmlns:a="http://schemas.openxmlformats.org/drawingml/2006/main" noGrp="1"/>
          </p:cNvSpPr>
          <p:nvPr/>
        </p:nvSpPr>
        <p:spPr>
          <a:xfrm xmlns:a="http://schemas.openxmlformats.org/drawingml/2006/main">
            <a:off x="4352925" y="22383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294F40"/>
                </a:solidFill>
                <a:latin typeface="Arial"/>
                <a:ea typeface="Arial"/>
                <a:cs typeface="Arial"/>
              </a:defRPr>
            </a:defPPr>
            <a:lvl1pPr>
              <a:defRPr sz="4800" b="1">
                <a:solidFill>
                  <a:srgbClr val="294F40"/>
                </a:solidFill>
                <a:latin typeface="Arial"/>
                <a:ea typeface="Arial"/>
                <a:cs typeface="Arial"/>
              </a:defRPr>
            </a:lvl1pPr>
            <a:lvl2pPr>
              <a:defRPr sz="4800" b="1">
                <a:solidFill>
                  <a:srgbClr val="294F40"/>
                </a:solidFill>
                <a:latin typeface="Arial"/>
                <a:ea typeface="Arial"/>
                <a:cs typeface="Arial"/>
              </a:defRPr>
            </a:lvl2pPr>
            <a:lvl3pPr>
              <a:defRPr sz="4800" b="1">
                <a:solidFill>
                  <a:srgbClr val="294F40"/>
                </a:solidFill>
                <a:latin typeface="Arial"/>
                <a:ea typeface="Arial"/>
                <a:cs typeface="Arial"/>
              </a:defRPr>
            </a:lvl3pPr>
            <a:lvl4pPr>
              <a:defRPr sz="4800" b="1">
                <a:solidFill>
                  <a:srgbClr val="294F40"/>
                </a:solidFill>
                <a:latin typeface="Arial"/>
                <a:ea typeface="Arial"/>
                <a:cs typeface="Arial"/>
              </a:defRPr>
            </a:lvl4pPr>
            <a:lvl5pPr>
              <a:defRPr sz="4800" b="1">
                <a:solidFill>
                  <a:srgbClr val="294F40"/>
                </a:solidFill>
                <a:latin typeface="Arial"/>
                <a:ea typeface="Arial"/>
                <a:cs typeface="Arial"/>
              </a:defRPr>
            </a:lvl5pPr>
            <a:lvl6pPr>
              <a:defRPr sz="4800" b="1">
                <a:solidFill>
                  <a:srgbClr val="294F40"/>
                </a:solidFill>
                <a:latin typeface="Arial"/>
                <a:ea typeface="Arial"/>
                <a:cs typeface="Arial"/>
              </a:defRPr>
            </a:lvl6pPr>
            <a:lvl7pPr>
              <a:defRPr sz="4800" b="1">
                <a:solidFill>
                  <a:srgbClr val="294F40"/>
                </a:solidFill>
                <a:latin typeface="Arial"/>
                <a:ea typeface="Arial"/>
                <a:cs typeface="Arial"/>
              </a:defRPr>
            </a:lvl7pPr>
            <a:lvl8pPr>
              <a:defRPr sz="4800" b="1">
                <a:solidFill>
                  <a:srgbClr val="294F40"/>
                </a:solidFill>
                <a:latin typeface="Arial"/>
                <a:ea typeface="Arial"/>
                <a:cs typeface="Arial"/>
              </a:defRPr>
            </a:lvl8pPr>
            <a:lvl9pPr>
              <a:defRPr sz="4800" b="1">
                <a:solidFill>
                  <a:srgbClr val="294F40"/>
                </a:solidFill>
                <a:latin typeface="Arial"/>
                <a:ea typeface="Arial"/>
                <a:cs typeface="Arial"/>
              </a:defRPr>
            </a:lvl9pPr>
          </a:lstStyle>
          <a:p xmlns:a="http://schemas.openxmlformats.org/drawingml/2006/main">
            <a:pPr>
              <a:defRPr sz="4800" b="1">
                <a:solidFill>
                  <a:srgbClr val="294F40"/>
                </a:solidFill>
                <a:latin typeface="Arial"/>
                <a:ea typeface="Arial"/>
                <a:cs typeface="Arial"/>
              </a:defRPr>
            </a:pPr>
            <a:r>
              <a:rPr sz="4800" b="1">
                <a:solidFill>
                  <a:srgbClr val="294F40"/>
                </a:solidFill>
                <a:latin typeface="Arial"/>
                <a:ea typeface="Arial"/>
                <a:cs typeface="Arial"/>
              </a:rPr>
              <a:t>1,073</a:t>
            </a:r>
          </a:p>
        </p:txBody>
      </p:sp>
      <p:sp>
        <p:nvSpPr>
          <p:cNvPr id="7" name="">
            <a:extLst xmlns:a="http://schemas.openxmlformats.org/drawingml/2006/main">
              <a:ext uri="{FF2B5EF4-FFF2-40B4-BE49-F238E27FC236}">
                <a16:creationId xmlns:a16="http://schemas.microsoft.com/office/drawing/2014/main" id="{B751E7E7-5FF3-44FF-8B99-C03993099193}"/>
              </a:ext>
            </a:extLst>
          </p:cNvPr>
          <p:cNvSpPr>
            <a:spLocks xmlns:a="http://schemas.openxmlformats.org/drawingml/2006/main" noGrp="1"/>
          </p:cNvSpPr>
          <p:nvPr/>
        </p:nvSpPr>
        <p:spPr>
          <a:xfrm xmlns:a="http://schemas.openxmlformats.org/drawingml/2006/main">
            <a:off x="4352925" y="32004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32B27"/>
                </a:solidFill>
                <a:latin typeface="Arial"/>
                <a:ea typeface="Arial"/>
                <a:cs typeface="Arial"/>
              </a:defRPr>
            </a:defPPr>
            <a:lvl1pPr>
              <a:defRPr sz="1875" b="0">
                <a:solidFill>
                  <a:srgbClr val="232B27"/>
                </a:solidFill>
                <a:latin typeface="Arial"/>
                <a:ea typeface="Arial"/>
                <a:cs typeface="Arial"/>
              </a:defRPr>
            </a:lvl1pPr>
            <a:lvl2pPr>
              <a:defRPr sz="1875" b="0">
                <a:solidFill>
                  <a:srgbClr val="232B27"/>
                </a:solidFill>
                <a:latin typeface="Arial"/>
                <a:ea typeface="Arial"/>
                <a:cs typeface="Arial"/>
              </a:defRPr>
            </a:lvl2pPr>
            <a:lvl3pPr>
              <a:defRPr sz="1875" b="0">
                <a:solidFill>
                  <a:srgbClr val="232B27"/>
                </a:solidFill>
                <a:latin typeface="Arial"/>
                <a:ea typeface="Arial"/>
                <a:cs typeface="Arial"/>
              </a:defRPr>
            </a:lvl3pPr>
            <a:lvl4pPr>
              <a:defRPr sz="1875" b="0">
                <a:solidFill>
                  <a:srgbClr val="232B27"/>
                </a:solidFill>
                <a:latin typeface="Arial"/>
                <a:ea typeface="Arial"/>
                <a:cs typeface="Arial"/>
              </a:defRPr>
            </a:lvl4pPr>
            <a:lvl5pPr>
              <a:defRPr sz="1875" b="0">
                <a:solidFill>
                  <a:srgbClr val="232B27"/>
                </a:solidFill>
                <a:latin typeface="Arial"/>
                <a:ea typeface="Arial"/>
                <a:cs typeface="Arial"/>
              </a:defRPr>
            </a:lvl5pPr>
            <a:lvl6pPr>
              <a:defRPr sz="1875" b="0">
                <a:solidFill>
                  <a:srgbClr val="232B27"/>
                </a:solidFill>
                <a:latin typeface="Arial"/>
                <a:ea typeface="Arial"/>
                <a:cs typeface="Arial"/>
              </a:defRPr>
            </a:lvl6pPr>
            <a:lvl7pPr>
              <a:defRPr sz="1875" b="0">
                <a:solidFill>
                  <a:srgbClr val="232B27"/>
                </a:solidFill>
                <a:latin typeface="Arial"/>
                <a:ea typeface="Arial"/>
                <a:cs typeface="Arial"/>
              </a:defRPr>
            </a:lvl7pPr>
            <a:lvl8pPr>
              <a:defRPr sz="1875" b="0">
                <a:solidFill>
                  <a:srgbClr val="232B27"/>
                </a:solidFill>
                <a:latin typeface="Arial"/>
                <a:ea typeface="Arial"/>
                <a:cs typeface="Arial"/>
              </a:defRPr>
            </a:lvl8pPr>
            <a:lvl9pPr>
              <a:defRPr sz="1875" b="0">
                <a:solidFill>
                  <a:srgbClr val="232B27"/>
                </a:solidFill>
                <a:latin typeface="Arial"/>
                <a:ea typeface="Arial"/>
                <a:cs typeface="Arial"/>
              </a:defRPr>
            </a:lvl9pPr>
          </a:lstStyle>
          <a:p xmlns:a="http://schemas.openxmlformats.org/drawingml/2006/main">
            <a:pPr>
              <a:defRPr sz="1875" b="0">
                <a:solidFill>
                  <a:srgbClr val="232B27"/>
                </a:solidFill>
                <a:latin typeface="Arial"/>
                <a:ea typeface="Arial"/>
                <a:cs typeface="Arial"/>
              </a:defRPr>
            </a:pPr>
            <a:r>
              <a:rPr sz="1875" b="0">
                <a:solidFill>
                  <a:srgbClr val="232B27"/>
                </a:solidFill>
                <a:latin typeface="Arial"/>
                <a:ea typeface="Arial"/>
                <a:cs typeface="Arial"/>
              </a:rPr>
              <a:t>searchable passages</a:t>
            </a:r>
          </a:p>
        </p:txBody>
      </p:sp>
      <p:sp>
        <p:nvSpPr>
          <p:cNvPr id="8" name="">
            <a:extLst xmlns:a="http://schemas.openxmlformats.org/drawingml/2006/main">
              <a:ext uri="{FF2B5EF4-FFF2-40B4-BE49-F238E27FC236}">
                <a16:creationId xmlns:a16="http://schemas.microsoft.com/office/drawing/2014/main" id="{19F1FC2C-E698-4712-895D-82D1FC540D15}"/>
              </a:ext>
            </a:extLst>
          </p:cNvPr>
          <p:cNvSpPr>
            <a:spLocks xmlns:a="http://schemas.openxmlformats.org/drawingml/2006/main" noGrp="1"/>
          </p:cNvSpPr>
          <p:nvPr/>
        </p:nvSpPr>
        <p:spPr>
          <a:xfrm xmlns:a="http://schemas.openxmlformats.org/drawingml/2006/main">
            <a:off x="8020050" y="22383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294F40"/>
                </a:solidFill>
                <a:latin typeface="Arial"/>
                <a:ea typeface="Arial"/>
                <a:cs typeface="Arial"/>
              </a:defRPr>
            </a:defPPr>
            <a:lvl1pPr>
              <a:defRPr sz="4800" b="1">
                <a:solidFill>
                  <a:srgbClr val="294F40"/>
                </a:solidFill>
                <a:latin typeface="Arial"/>
                <a:ea typeface="Arial"/>
                <a:cs typeface="Arial"/>
              </a:defRPr>
            </a:lvl1pPr>
            <a:lvl2pPr>
              <a:defRPr sz="4800" b="1">
                <a:solidFill>
                  <a:srgbClr val="294F40"/>
                </a:solidFill>
                <a:latin typeface="Arial"/>
                <a:ea typeface="Arial"/>
                <a:cs typeface="Arial"/>
              </a:defRPr>
            </a:lvl2pPr>
            <a:lvl3pPr>
              <a:defRPr sz="4800" b="1">
                <a:solidFill>
                  <a:srgbClr val="294F40"/>
                </a:solidFill>
                <a:latin typeface="Arial"/>
                <a:ea typeface="Arial"/>
                <a:cs typeface="Arial"/>
              </a:defRPr>
            </a:lvl3pPr>
            <a:lvl4pPr>
              <a:defRPr sz="4800" b="1">
                <a:solidFill>
                  <a:srgbClr val="294F40"/>
                </a:solidFill>
                <a:latin typeface="Arial"/>
                <a:ea typeface="Arial"/>
                <a:cs typeface="Arial"/>
              </a:defRPr>
            </a:lvl4pPr>
            <a:lvl5pPr>
              <a:defRPr sz="4800" b="1">
                <a:solidFill>
                  <a:srgbClr val="294F40"/>
                </a:solidFill>
                <a:latin typeface="Arial"/>
                <a:ea typeface="Arial"/>
                <a:cs typeface="Arial"/>
              </a:defRPr>
            </a:lvl5pPr>
            <a:lvl6pPr>
              <a:defRPr sz="4800" b="1">
                <a:solidFill>
                  <a:srgbClr val="294F40"/>
                </a:solidFill>
                <a:latin typeface="Arial"/>
                <a:ea typeface="Arial"/>
                <a:cs typeface="Arial"/>
              </a:defRPr>
            </a:lvl6pPr>
            <a:lvl7pPr>
              <a:defRPr sz="4800" b="1">
                <a:solidFill>
                  <a:srgbClr val="294F40"/>
                </a:solidFill>
                <a:latin typeface="Arial"/>
                <a:ea typeface="Arial"/>
                <a:cs typeface="Arial"/>
              </a:defRPr>
            </a:lvl7pPr>
            <a:lvl8pPr>
              <a:defRPr sz="4800" b="1">
                <a:solidFill>
                  <a:srgbClr val="294F40"/>
                </a:solidFill>
                <a:latin typeface="Arial"/>
                <a:ea typeface="Arial"/>
                <a:cs typeface="Arial"/>
              </a:defRPr>
            </a:lvl8pPr>
            <a:lvl9pPr>
              <a:defRPr sz="4800" b="1">
                <a:solidFill>
                  <a:srgbClr val="294F40"/>
                </a:solidFill>
                <a:latin typeface="Arial"/>
                <a:ea typeface="Arial"/>
                <a:cs typeface="Arial"/>
              </a:defRPr>
            </a:lvl9pPr>
          </a:lstStyle>
          <a:p xmlns:a="http://schemas.openxmlformats.org/drawingml/2006/main">
            <a:pPr>
              <a:defRPr sz="4800" b="1">
                <a:solidFill>
                  <a:srgbClr val="294F40"/>
                </a:solidFill>
                <a:latin typeface="Arial"/>
                <a:ea typeface="Arial"/>
                <a:cs typeface="Arial"/>
              </a:defRPr>
            </a:pPr>
            <a:r>
              <a:rPr sz="4800" b="1">
                <a:solidFill>
                  <a:srgbClr val="294F40"/>
                </a:solidFill>
                <a:latin typeface="Arial"/>
                <a:ea typeface="Arial"/>
                <a:cs typeface="Arial"/>
              </a:rPr>
              <a:t>968</a:t>
            </a:r>
          </a:p>
        </p:txBody>
      </p:sp>
      <p:sp>
        <p:nvSpPr>
          <p:cNvPr id="9" name="">
            <a:extLst xmlns:a="http://schemas.openxmlformats.org/drawingml/2006/main">
              <a:ext uri="{FF2B5EF4-FFF2-40B4-BE49-F238E27FC236}">
                <a16:creationId xmlns:a16="http://schemas.microsoft.com/office/drawing/2014/main" id="{FACE60C0-1EDF-4038-8A81-17AC97124172}"/>
              </a:ext>
            </a:extLst>
          </p:cNvPr>
          <p:cNvSpPr>
            <a:spLocks xmlns:a="http://schemas.openxmlformats.org/drawingml/2006/main" noGrp="1"/>
          </p:cNvSpPr>
          <p:nvPr/>
        </p:nvSpPr>
        <p:spPr>
          <a:xfrm xmlns:a="http://schemas.openxmlformats.org/drawingml/2006/main">
            <a:off x="8020050" y="32004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32B27"/>
                </a:solidFill>
                <a:latin typeface="Arial"/>
                <a:ea typeface="Arial"/>
                <a:cs typeface="Arial"/>
              </a:defRPr>
            </a:defPPr>
            <a:lvl1pPr>
              <a:defRPr sz="1875" b="0">
                <a:solidFill>
                  <a:srgbClr val="232B27"/>
                </a:solidFill>
                <a:latin typeface="Arial"/>
                <a:ea typeface="Arial"/>
                <a:cs typeface="Arial"/>
              </a:defRPr>
            </a:lvl1pPr>
            <a:lvl2pPr>
              <a:defRPr sz="1875" b="0">
                <a:solidFill>
                  <a:srgbClr val="232B27"/>
                </a:solidFill>
                <a:latin typeface="Arial"/>
                <a:ea typeface="Arial"/>
                <a:cs typeface="Arial"/>
              </a:defRPr>
            </a:lvl2pPr>
            <a:lvl3pPr>
              <a:defRPr sz="1875" b="0">
                <a:solidFill>
                  <a:srgbClr val="232B27"/>
                </a:solidFill>
                <a:latin typeface="Arial"/>
                <a:ea typeface="Arial"/>
                <a:cs typeface="Arial"/>
              </a:defRPr>
            </a:lvl3pPr>
            <a:lvl4pPr>
              <a:defRPr sz="1875" b="0">
                <a:solidFill>
                  <a:srgbClr val="232B27"/>
                </a:solidFill>
                <a:latin typeface="Arial"/>
                <a:ea typeface="Arial"/>
                <a:cs typeface="Arial"/>
              </a:defRPr>
            </a:lvl4pPr>
            <a:lvl5pPr>
              <a:defRPr sz="1875" b="0">
                <a:solidFill>
                  <a:srgbClr val="232B27"/>
                </a:solidFill>
                <a:latin typeface="Arial"/>
                <a:ea typeface="Arial"/>
                <a:cs typeface="Arial"/>
              </a:defRPr>
            </a:lvl5pPr>
            <a:lvl6pPr>
              <a:defRPr sz="1875" b="0">
                <a:solidFill>
                  <a:srgbClr val="232B27"/>
                </a:solidFill>
                <a:latin typeface="Arial"/>
                <a:ea typeface="Arial"/>
                <a:cs typeface="Arial"/>
              </a:defRPr>
            </a:lvl6pPr>
            <a:lvl7pPr>
              <a:defRPr sz="1875" b="0">
                <a:solidFill>
                  <a:srgbClr val="232B27"/>
                </a:solidFill>
                <a:latin typeface="Arial"/>
                <a:ea typeface="Arial"/>
                <a:cs typeface="Arial"/>
              </a:defRPr>
            </a:lvl7pPr>
            <a:lvl8pPr>
              <a:defRPr sz="1875" b="0">
                <a:solidFill>
                  <a:srgbClr val="232B27"/>
                </a:solidFill>
                <a:latin typeface="Arial"/>
                <a:ea typeface="Arial"/>
                <a:cs typeface="Arial"/>
              </a:defRPr>
            </a:lvl8pPr>
            <a:lvl9pPr>
              <a:defRPr sz="1875" b="0">
                <a:solidFill>
                  <a:srgbClr val="232B27"/>
                </a:solidFill>
                <a:latin typeface="Arial"/>
                <a:ea typeface="Arial"/>
                <a:cs typeface="Arial"/>
              </a:defRPr>
            </a:lvl9pPr>
          </a:lstStyle>
          <a:p xmlns:a="http://schemas.openxmlformats.org/drawingml/2006/main">
            <a:pPr>
              <a:defRPr sz="1875" b="0">
                <a:solidFill>
                  <a:srgbClr val="232B27"/>
                </a:solidFill>
                <a:latin typeface="Arial"/>
                <a:ea typeface="Arial"/>
                <a:cs typeface="Arial"/>
              </a:defRPr>
            </a:pPr>
            <a:r>
              <a:rPr sz="1875" b="0">
                <a:solidFill>
                  <a:srgbClr val="232B27"/>
                </a:solidFill>
                <a:latin typeface="Arial"/>
                <a:ea typeface="Arial"/>
                <a:cs typeface="Arial"/>
              </a:rPr>
              <a:t>extractive Q&amp;A records</a:t>
            </a:r>
          </a:p>
        </p:txBody>
      </p:sp>
      <p:sp>
        <p:nvSpPr>
          <p:cNvPr id="10" name="">
            <a:extLst xmlns:a="http://schemas.openxmlformats.org/drawingml/2006/main">
              <a:ext uri="{FF2B5EF4-FFF2-40B4-BE49-F238E27FC236}">
                <a16:creationId xmlns:a16="http://schemas.microsoft.com/office/drawing/2014/main" id="{604530D2-7977-4967-A4F6-B22E8308AD29}"/>
              </a:ext>
            </a:extLst>
          </p:cNvPr>
          <p:cNvSpPr>
            <a:spLocks xmlns:a="http://schemas.openxmlformats.org/drawingml/2006/main" noGrp="1"/>
          </p:cNvSpPr>
          <p:nvPr/>
        </p:nvSpPr>
        <p:spPr>
          <a:xfrm xmlns:a="http://schemas.openxmlformats.org/drawingml/2006/main">
            <a:off x="685800" y="441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Public VIT Vellore HTML and PDFs, imported 24 October 2026</a:t>
            </a:r>
          </a:p>
        </p:txBody>
      </p:sp>
      <p:sp>
        <p:nvSpPr>
          <p:cNvPr id="11" name="">
            <a:extLst xmlns:a="http://schemas.openxmlformats.org/drawingml/2006/main">
              <a:ext uri="{FF2B5EF4-FFF2-40B4-BE49-F238E27FC236}">
                <a16:creationId xmlns:a16="http://schemas.microsoft.com/office/drawing/2014/main" id="{7CD0C7ED-EA37-4331-9825-E1553A402CF5}"/>
              </a:ext>
            </a:extLst>
          </p:cNvPr>
          <p:cNvSpPr>
            <a:spLocks xmlns:a="http://schemas.openxmlformats.org/drawingml/2006/main" noGrp="1"/>
          </p:cNvSpPr>
          <p:nvPr/>
        </p:nvSpPr>
        <p:spPr>
          <a:xfrm xmlns:a="http://schemas.openxmlformats.org/drawingml/2006/main">
            <a:off x="685800" y="52006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Original URLs and retrieval dates stay visible. Programme and policy-year scope matter.</a:t>
            </a:r>
          </a:p>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Q&amp;A extracts are section records, not 968 independently reviewed FAQs.</a:t>
            </a:r>
          </a:p>
        </p:txBody>
      </p:sp>
    </p:spTree>
    <p:extLst>
      <p:ext uri="{BB962C8B-B14F-4D97-AF65-F5344CB8AC3E}">
        <p14:creationId xmlns:p14="http://schemas.microsoft.com/office/powerpoint/2010/main" val="917679319"/>
      </p:ext>
    </p:extLst>
  </p:cSld>
</p:sld>
</file>

<file path=ppt/slides/slide6.xml><?xml version="1.0" encoding="utf-8"?>
<p:sld xmlns:p="http://schemas.openxmlformats.org/presentationml/2006/main">
  <p:cSld>
    <p:bg>
      <p:bgPr>
        <a:solidFill xmlns:a="http://schemas.openxmlformats.org/drawingml/2006/main">
          <a:srgbClr val="294F4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ADC84B-CFDE-480D-AC7D-70B5640ACC3A}"/>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DBE6DD"/>
                </a:solidFill>
                <a:latin typeface="Arial"/>
                <a:ea typeface="Arial"/>
                <a:cs typeface="Arial"/>
              </a:defRPr>
            </a:defPPr>
            <a:lvl1pPr>
              <a:defRPr sz="1350" b="1">
                <a:solidFill>
                  <a:srgbClr val="DBE6DD"/>
                </a:solidFill>
                <a:latin typeface="Arial"/>
                <a:ea typeface="Arial"/>
                <a:cs typeface="Arial"/>
              </a:defRPr>
            </a:lvl1pPr>
            <a:lvl2pPr>
              <a:defRPr sz="1350" b="1">
                <a:solidFill>
                  <a:srgbClr val="DBE6DD"/>
                </a:solidFill>
                <a:latin typeface="Arial"/>
                <a:ea typeface="Arial"/>
                <a:cs typeface="Arial"/>
              </a:defRPr>
            </a:lvl2pPr>
            <a:lvl3pPr>
              <a:defRPr sz="1350" b="1">
                <a:solidFill>
                  <a:srgbClr val="DBE6DD"/>
                </a:solidFill>
                <a:latin typeface="Arial"/>
                <a:ea typeface="Arial"/>
                <a:cs typeface="Arial"/>
              </a:defRPr>
            </a:lvl3pPr>
            <a:lvl4pPr>
              <a:defRPr sz="1350" b="1">
                <a:solidFill>
                  <a:srgbClr val="DBE6DD"/>
                </a:solidFill>
                <a:latin typeface="Arial"/>
                <a:ea typeface="Arial"/>
                <a:cs typeface="Arial"/>
              </a:defRPr>
            </a:lvl4pPr>
            <a:lvl5pPr>
              <a:defRPr sz="1350" b="1">
                <a:solidFill>
                  <a:srgbClr val="DBE6DD"/>
                </a:solidFill>
                <a:latin typeface="Arial"/>
                <a:ea typeface="Arial"/>
                <a:cs typeface="Arial"/>
              </a:defRPr>
            </a:lvl5pPr>
            <a:lvl6pPr>
              <a:defRPr sz="1350" b="1">
                <a:solidFill>
                  <a:srgbClr val="DBE6DD"/>
                </a:solidFill>
                <a:latin typeface="Arial"/>
                <a:ea typeface="Arial"/>
                <a:cs typeface="Arial"/>
              </a:defRPr>
            </a:lvl6pPr>
            <a:lvl7pPr>
              <a:defRPr sz="1350" b="1">
                <a:solidFill>
                  <a:srgbClr val="DBE6DD"/>
                </a:solidFill>
                <a:latin typeface="Arial"/>
                <a:ea typeface="Arial"/>
                <a:cs typeface="Arial"/>
              </a:defRPr>
            </a:lvl7pPr>
            <a:lvl8pPr>
              <a:defRPr sz="1350" b="1">
                <a:solidFill>
                  <a:srgbClr val="DBE6DD"/>
                </a:solidFill>
                <a:latin typeface="Arial"/>
                <a:ea typeface="Arial"/>
                <a:cs typeface="Arial"/>
              </a:defRPr>
            </a:lvl8pPr>
            <a:lvl9pPr>
              <a:defRPr sz="1350" b="1">
                <a:solidFill>
                  <a:srgbClr val="DBE6DD"/>
                </a:solidFill>
                <a:latin typeface="Arial"/>
                <a:ea typeface="Arial"/>
                <a:cs typeface="Arial"/>
              </a:defRPr>
            </a:lvl9pPr>
          </a:lstStyle>
          <a:p xmlns:a="http://schemas.openxmlformats.org/drawingml/2006/main">
            <a:pPr>
              <a:defRPr sz="1350" b="1">
                <a:solidFill>
                  <a:srgbClr val="DBE6DD"/>
                </a:solidFill>
                <a:latin typeface="Arial"/>
                <a:ea typeface="Arial"/>
                <a:cs typeface="Arial"/>
              </a:defRPr>
            </a:pPr>
            <a:r>
              <a:rPr sz="1350" b="1">
                <a:solidFill>
                  <a:srgbClr val="DBE6DD"/>
                </a:solidFill>
                <a:latin typeface="Arial"/>
                <a:ea typeface="Arial"/>
                <a:cs typeface="Arial"/>
              </a:rPr>
              <a:t>03  SHORT DEMONSTRATION</a:t>
            </a:r>
          </a:p>
        </p:txBody>
      </p:sp>
      <p:sp>
        <p:nvSpPr>
          <p:cNvPr id="2" name="">
            <a:extLst xmlns:a="http://schemas.openxmlformats.org/drawingml/2006/main">
              <a:ext uri="{FF2B5EF4-FFF2-40B4-BE49-F238E27FC236}">
                <a16:creationId xmlns:a16="http://schemas.microsoft.com/office/drawing/2014/main" id="{ABF1113A-DC9A-4EE3-A8E6-45B3C97D9CAE}"/>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Two-minute live demonstration</a:t>
            </a:r>
          </a:p>
        </p:txBody>
      </p:sp>
      <p:sp>
        <p:nvSpPr>
          <p:cNvPr id="3" name="">
            <a:extLst xmlns:a="http://schemas.openxmlformats.org/drawingml/2006/main">
              <a:ext uri="{FF2B5EF4-FFF2-40B4-BE49-F238E27FC236}">
                <a16:creationId xmlns:a16="http://schemas.microsoft.com/office/drawing/2014/main" id="{E92F54F6-929D-4BDB-80BD-14109FE5A564}"/>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DBE6DD"/>
                </a:solidFill>
                <a:latin typeface="Arial"/>
                <a:ea typeface="Arial"/>
                <a:cs typeface="Arial"/>
              </a:defRPr>
            </a:defPPr>
            <a:lvl1pPr>
              <a:defRPr sz="1050" b="0">
                <a:solidFill>
                  <a:srgbClr val="DBE6DD"/>
                </a:solidFill>
                <a:latin typeface="Arial"/>
                <a:ea typeface="Arial"/>
                <a:cs typeface="Arial"/>
              </a:defRPr>
            </a:lvl1pPr>
            <a:lvl2pPr>
              <a:defRPr sz="1050" b="0">
                <a:solidFill>
                  <a:srgbClr val="DBE6DD"/>
                </a:solidFill>
                <a:latin typeface="Arial"/>
                <a:ea typeface="Arial"/>
                <a:cs typeface="Arial"/>
              </a:defRPr>
            </a:lvl2pPr>
            <a:lvl3pPr>
              <a:defRPr sz="1050" b="0">
                <a:solidFill>
                  <a:srgbClr val="DBE6DD"/>
                </a:solidFill>
                <a:latin typeface="Arial"/>
                <a:ea typeface="Arial"/>
                <a:cs typeface="Arial"/>
              </a:defRPr>
            </a:lvl3pPr>
            <a:lvl4pPr>
              <a:defRPr sz="1050" b="0">
                <a:solidFill>
                  <a:srgbClr val="DBE6DD"/>
                </a:solidFill>
                <a:latin typeface="Arial"/>
                <a:ea typeface="Arial"/>
                <a:cs typeface="Arial"/>
              </a:defRPr>
            </a:lvl4pPr>
            <a:lvl5pPr>
              <a:defRPr sz="1050" b="0">
                <a:solidFill>
                  <a:srgbClr val="DBE6DD"/>
                </a:solidFill>
                <a:latin typeface="Arial"/>
                <a:ea typeface="Arial"/>
                <a:cs typeface="Arial"/>
              </a:defRPr>
            </a:lvl5pPr>
            <a:lvl6pPr>
              <a:defRPr sz="1050" b="0">
                <a:solidFill>
                  <a:srgbClr val="DBE6DD"/>
                </a:solidFill>
                <a:latin typeface="Arial"/>
                <a:ea typeface="Arial"/>
                <a:cs typeface="Arial"/>
              </a:defRPr>
            </a:lvl6pPr>
            <a:lvl7pPr>
              <a:defRPr sz="1050" b="0">
                <a:solidFill>
                  <a:srgbClr val="DBE6DD"/>
                </a:solidFill>
                <a:latin typeface="Arial"/>
                <a:ea typeface="Arial"/>
                <a:cs typeface="Arial"/>
              </a:defRPr>
            </a:lvl7pPr>
            <a:lvl8pPr>
              <a:defRPr sz="1050" b="0">
                <a:solidFill>
                  <a:srgbClr val="DBE6DD"/>
                </a:solidFill>
                <a:latin typeface="Arial"/>
                <a:ea typeface="Arial"/>
                <a:cs typeface="Arial"/>
              </a:defRPr>
            </a:lvl8pPr>
            <a:lvl9pPr>
              <a:defRPr sz="1050" b="0">
                <a:solidFill>
                  <a:srgbClr val="DBE6DD"/>
                </a:solidFill>
                <a:latin typeface="Arial"/>
                <a:ea typeface="Arial"/>
                <a:cs typeface="Arial"/>
              </a:defRPr>
            </a:lvl9pPr>
          </a:lstStyle>
          <a:p xmlns:a="http://schemas.openxmlformats.org/drawingml/2006/main">
            <a:pPr>
              <a:defRPr sz="1050" b="0">
                <a:solidFill>
                  <a:srgbClr val="DBE6DD"/>
                </a:solidFill>
                <a:latin typeface="Arial"/>
                <a:ea typeface="Arial"/>
                <a:cs typeface="Arial"/>
              </a:defRPr>
            </a:pPr>
            <a:r>
              <a:rPr sz="1050" b="0">
                <a:solidFill>
                  <a:srgbClr val="DBE6DD"/>
                </a:solidFill>
                <a:latin typeface="Arial"/>
                <a:ea typeface="Arial"/>
                <a:cs typeface="Arial"/>
              </a:rPr>
              <a:t>CAMPUS HELPDESK     /     06</a:t>
            </a:r>
          </a:p>
        </p:txBody>
      </p:sp>
      <p:sp>
        <p:nvSpPr>
          <p:cNvPr id="4" name="">
            <a:extLst xmlns:a="http://schemas.openxmlformats.org/drawingml/2006/main">
              <a:ext uri="{FF2B5EF4-FFF2-40B4-BE49-F238E27FC236}">
                <a16:creationId xmlns:a16="http://schemas.microsoft.com/office/drawing/2014/main" id="{AC950195-5E9B-4CC9-A2BA-FD0C2580ECE8}"/>
              </a:ext>
            </a:extLst>
          </p:cNvPr>
          <p:cNvSpPr>
            <a:spLocks xmlns:a="http://schemas.openxmlformats.org/drawingml/2006/main" noGrp="1"/>
          </p:cNvSpPr>
          <p:nvPr/>
        </p:nvSpPr>
        <p:spPr>
          <a:xfrm xmlns:a="http://schemas.openxmlformats.org/drawingml/2006/main">
            <a:off x="685800" y="21336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DBE6DD"/>
                </a:solidFill>
                <a:latin typeface="Arial"/>
                <a:ea typeface="Arial"/>
                <a:cs typeface="Arial"/>
              </a:defRPr>
            </a:defPPr>
            <a:lvl1pPr>
              <a:defRPr sz="1950" b="1">
                <a:solidFill>
                  <a:srgbClr val="DBE6DD"/>
                </a:solidFill>
                <a:latin typeface="Arial"/>
                <a:ea typeface="Arial"/>
                <a:cs typeface="Arial"/>
              </a:defRPr>
            </a:lvl1pPr>
            <a:lvl2pPr>
              <a:defRPr sz="1950" b="1">
                <a:solidFill>
                  <a:srgbClr val="DBE6DD"/>
                </a:solidFill>
                <a:latin typeface="Arial"/>
                <a:ea typeface="Arial"/>
                <a:cs typeface="Arial"/>
              </a:defRPr>
            </a:lvl2pPr>
            <a:lvl3pPr>
              <a:defRPr sz="1950" b="1">
                <a:solidFill>
                  <a:srgbClr val="DBE6DD"/>
                </a:solidFill>
                <a:latin typeface="Arial"/>
                <a:ea typeface="Arial"/>
                <a:cs typeface="Arial"/>
              </a:defRPr>
            </a:lvl3pPr>
            <a:lvl4pPr>
              <a:defRPr sz="1950" b="1">
                <a:solidFill>
                  <a:srgbClr val="DBE6DD"/>
                </a:solidFill>
                <a:latin typeface="Arial"/>
                <a:ea typeface="Arial"/>
                <a:cs typeface="Arial"/>
              </a:defRPr>
            </a:lvl4pPr>
            <a:lvl5pPr>
              <a:defRPr sz="1950" b="1">
                <a:solidFill>
                  <a:srgbClr val="DBE6DD"/>
                </a:solidFill>
                <a:latin typeface="Arial"/>
                <a:ea typeface="Arial"/>
                <a:cs typeface="Arial"/>
              </a:defRPr>
            </a:lvl5pPr>
            <a:lvl6pPr>
              <a:defRPr sz="1950" b="1">
                <a:solidFill>
                  <a:srgbClr val="DBE6DD"/>
                </a:solidFill>
                <a:latin typeface="Arial"/>
                <a:ea typeface="Arial"/>
                <a:cs typeface="Arial"/>
              </a:defRPr>
            </a:lvl6pPr>
            <a:lvl7pPr>
              <a:defRPr sz="1950" b="1">
                <a:solidFill>
                  <a:srgbClr val="DBE6DD"/>
                </a:solidFill>
                <a:latin typeface="Arial"/>
                <a:ea typeface="Arial"/>
                <a:cs typeface="Arial"/>
              </a:defRPr>
            </a:lvl7pPr>
            <a:lvl8pPr>
              <a:defRPr sz="1950" b="1">
                <a:solidFill>
                  <a:srgbClr val="DBE6DD"/>
                </a:solidFill>
                <a:latin typeface="Arial"/>
                <a:ea typeface="Arial"/>
                <a:cs typeface="Arial"/>
              </a:defRPr>
            </a:lvl8pPr>
            <a:lvl9pPr>
              <a:defRPr sz="1950" b="1">
                <a:solidFill>
                  <a:srgbClr val="DBE6DD"/>
                </a:solidFill>
                <a:latin typeface="Arial"/>
                <a:ea typeface="Arial"/>
                <a:cs typeface="Arial"/>
              </a:defRPr>
            </a:lvl9pPr>
          </a:lstStyle>
          <a:p xmlns:a="http://schemas.openxmlformats.org/drawingml/2006/main">
            <a:pPr>
              <a:defRPr sz="1950" b="1">
                <a:solidFill>
                  <a:srgbClr val="DBE6DD"/>
                </a:solidFill>
                <a:latin typeface="Arial"/>
                <a:ea typeface="Arial"/>
                <a:cs typeface="Arial"/>
              </a:defRPr>
            </a:pPr>
            <a:r>
              <a:rPr sz="1950" b="1">
                <a:solidFill>
                  <a:srgbClr val="DBE6DD"/>
                </a:solidFill>
                <a:latin typeface="Arial"/>
                <a:ea typeface="Arial"/>
                <a:cs typeface="Arial"/>
              </a:rPr>
              <a:t>00:00</a:t>
            </a:r>
          </a:p>
        </p:txBody>
      </p:sp>
      <p:sp>
        <p:nvSpPr>
          <p:cNvPr id="5" name="">
            <a:extLst xmlns:a="http://schemas.openxmlformats.org/drawingml/2006/main">
              <a:ext uri="{FF2B5EF4-FFF2-40B4-BE49-F238E27FC236}">
                <a16:creationId xmlns:a16="http://schemas.microsoft.com/office/drawing/2014/main" id="{27B57516-BD39-4D27-B50B-3245B9F60E0C}"/>
              </a:ext>
            </a:extLst>
          </p:cNvPr>
          <p:cNvSpPr>
            <a:spLocks xmlns:a="http://schemas.openxmlformats.org/drawingml/2006/main" noGrp="1"/>
          </p:cNvSpPr>
          <p:nvPr/>
        </p:nvSpPr>
        <p:spPr>
          <a:xfrm xmlns:a="http://schemas.openxmlformats.org/drawingml/2006/main">
            <a:off x="2190750" y="213360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vl1pPr>
              <a:defRPr sz="2100" b="1">
                <a:solidFill>
                  <a:srgbClr val="FFFFFF"/>
                </a:solidFill>
                <a:latin typeface="Arial"/>
                <a:ea typeface="Arial"/>
                <a:cs typeface="Arial"/>
              </a:defRPr>
            </a:lvl1pPr>
            <a:lvl2pPr>
              <a:defRPr sz="2100" b="1">
                <a:solidFill>
                  <a:srgbClr val="FFFFFF"/>
                </a:solidFill>
                <a:latin typeface="Arial"/>
                <a:ea typeface="Arial"/>
                <a:cs typeface="Arial"/>
              </a:defRPr>
            </a:lvl2pPr>
            <a:lvl3pPr>
              <a:defRPr sz="2100" b="1">
                <a:solidFill>
                  <a:srgbClr val="FFFFFF"/>
                </a:solidFill>
                <a:latin typeface="Arial"/>
                <a:ea typeface="Arial"/>
                <a:cs typeface="Arial"/>
              </a:defRPr>
            </a:lvl3pPr>
            <a:lvl4pPr>
              <a:defRPr sz="2100" b="1">
                <a:solidFill>
                  <a:srgbClr val="FFFFFF"/>
                </a:solidFill>
                <a:latin typeface="Arial"/>
                <a:ea typeface="Arial"/>
                <a:cs typeface="Arial"/>
              </a:defRPr>
            </a:lvl4pPr>
            <a:lvl5pPr>
              <a:defRPr sz="2100" b="1">
                <a:solidFill>
                  <a:srgbClr val="FFFFFF"/>
                </a:solidFill>
                <a:latin typeface="Arial"/>
                <a:ea typeface="Arial"/>
                <a:cs typeface="Arial"/>
              </a:defRPr>
            </a:lvl5pPr>
            <a:lvl6pPr>
              <a:defRPr sz="2100" b="1">
                <a:solidFill>
                  <a:srgbClr val="FFFFFF"/>
                </a:solidFill>
                <a:latin typeface="Arial"/>
                <a:ea typeface="Arial"/>
                <a:cs typeface="Arial"/>
              </a:defRPr>
            </a:lvl6pPr>
            <a:lvl7pPr>
              <a:defRPr sz="2100" b="1">
                <a:solidFill>
                  <a:srgbClr val="FFFFFF"/>
                </a:solidFill>
                <a:latin typeface="Arial"/>
                <a:ea typeface="Arial"/>
                <a:cs typeface="Arial"/>
              </a:defRPr>
            </a:lvl7pPr>
            <a:lvl8pPr>
              <a:defRPr sz="2100" b="1">
                <a:solidFill>
                  <a:srgbClr val="FFFFFF"/>
                </a:solidFill>
                <a:latin typeface="Arial"/>
                <a:ea typeface="Arial"/>
                <a:cs typeface="Arial"/>
              </a:defRPr>
            </a:lvl8pPr>
            <a:lvl9pPr>
              <a:defRPr sz="2100" b="1">
                <a:solidFill>
                  <a:srgbClr val="FFFFFF"/>
                </a:solidFill>
                <a:latin typeface="Arial"/>
                <a:ea typeface="Arial"/>
                <a:cs typeface="Arial"/>
              </a:defRPr>
            </a:lvl9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Ask</a:t>
            </a:r>
          </a:p>
        </p:txBody>
      </p:sp>
      <p:sp>
        <p:nvSpPr>
          <p:cNvPr id="6" name="">
            <a:extLst xmlns:a="http://schemas.openxmlformats.org/drawingml/2006/main">
              <a:ext uri="{FF2B5EF4-FFF2-40B4-BE49-F238E27FC236}">
                <a16:creationId xmlns:a16="http://schemas.microsoft.com/office/drawing/2014/main" id="{17236B39-1B46-4394-8968-955730B5C9A2}"/>
              </a:ext>
            </a:extLst>
          </p:cNvPr>
          <p:cNvSpPr>
            <a:spLocks xmlns:a="http://schemas.openxmlformats.org/drawingml/2006/main" noGrp="1"/>
          </p:cNvSpPr>
          <p:nvPr/>
        </p:nvSpPr>
        <p:spPr>
          <a:xfrm xmlns:a="http://schemas.openxmlformats.org/drawingml/2006/main">
            <a:off x="4714875" y="213360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What choices does FFCS give students?</a:t>
            </a:r>
          </a:p>
        </p:txBody>
      </p:sp>
      <p:sp>
        <p:nvSpPr>
          <p:cNvPr id="7" name="">
            <a:extLst xmlns:a="http://schemas.openxmlformats.org/drawingml/2006/main">
              <a:ext uri="{FF2B5EF4-FFF2-40B4-BE49-F238E27FC236}">
                <a16:creationId xmlns:a16="http://schemas.microsoft.com/office/drawing/2014/main" id="{E2B0BFD0-6000-45E0-A33A-309A7AAB4967}"/>
              </a:ext>
            </a:extLst>
          </p:cNvPr>
          <p:cNvSpPr>
            <a:spLocks xmlns:a="http://schemas.openxmlformats.org/drawingml/2006/main" noGrp="1"/>
          </p:cNvSpPr>
          <p:nvPr/>
        </p:nvSpPr>
        <p:spPr>
          <a:xfrm xmlns:a="http://schemas.openxmlformats.org/drawingml/2006/main">
            <a:off x="685800" y="309562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DBE6DD"/>
                </a:solidFill>
                <a:latin typeface="Arial"/>
                <a:ea typeface="Arial"/>
                <a:cs typeface="Arial"/>
              </a:defRPr>
            </a:defPPr>
            <a:lvl1pPr>
              <a:defRPr sz="1950" b="1">
                <a:solidFill>
                  <a:srgbClr val="DBE6DD"/>
                </a:solidFill>
                <a:latin typeface="Arial"/>
                <a:ea typeface="Arial"/>
                <a:cs typeface="Arial"/>
              </a:defRPr>
            </a:lvl1pPr>
            <a:lvl2pPr>
              <a:defRPr sz="1950" b="1">
                <a:solidFill>
                  <a:srgbClr val="DBE6DD"/>
                </a:solidFill>
                <a:latin typeface="Arial"/>
                <a:ea typeface="Arial"/>
                <a:cs typeface="Arial"/>
              </a:defRPr>
            </a:lvl2pPr>
            <a:lvl3pPr>
              <a:defRPr sz="1950" b="1">
                <a:solidFill>
                  <a:srgbClr val="DBE6DD"/>
                </a:solidFill>
                <a:latin typeface="Arial"/>
                <a:ea typeface="Arial"/>
                <a:cs typeface="Arial"/>
              </a:defRPr>
            </a:lvl3pPr>
            <a:lvl4pPr>
              <a:defRPr sz="1950" b="1">
                <a:solidFill>
                  <a:srgbClr val="DBE6DD"/>
                </a:solidFill>
                <a:latin typeface="Arial"/>
                <a:ea typeface="Arial"/>
                <a:cs typeface="Arial"/>
              </a:defRPr>
            </a:lvl4pPr>
            <a:lvl5pPr>
              <a:defRPr sz="1950" b="1">
                <a:solidFill>
                  <a:srgbClr val="DBE6DD"/>
                </a:solidFill>
                <a:latin typeface="Arial"/>
                <a:ea typeface="Arial"/>
                <a:cs typeface="Arial"/>
              </a:defRPr>
            </a:lvl5pPr>
            <a:lvl6pPr>
              <a:defRPr sz="1950" b="1">
                <a:solidFill>
                  <a:srgbClr val="DBE6DD"/>
                </a:solidFill>
                <a:latin typeface="Arial"/>
                <a:ea typeface="Arial"/>
                <a:cs typeface="Arial"/>
              </a:defRPr>
            </a:lvl6pPr>
            <a:lvl7pPr>
              <a:defRPr sz="1950" b="1">
                <a:solidFill>
                  <a:srgbClr val="DBE6DD"/>
                </a:solidFill>
                <a:latin typeface="Arial"/>
                <a:ea typeface="Arial"/>
                <a:cs typeface="Arial"/>
              </a:defRPr>
            </a:lvl7pPr>
            <a:lvl8pPr>
              <a:defRPr sz="1950" b="1">
                <a:solidFill>
                  <a:srgbClr val="DBE6DD"/>
                </a:solidFill>
                <a:latin typeface="Arial"/>
                <a:ea typeface="Arial"/>
                <a:cs typeface="Arial"/>
              </a:defRPr>
            </a:lvl8pPr>
            <a:lvl9pPr>
              <a:defRPr sz="1950" b="1">
                <a:solidFill>
                  <a:srgbClr val="DBE6DD"/>
                </a:solidFill>
                <a:latin typeface="Arial"/>
                <a:ea typeface="Arial"/>
                <a:cs typeface="Arial"/>
              </a:defRPr>
            </a:lvl9pPr>
          </a:lstStyle>
          <a:p xmlns:a="http://schemas.openxmlformats.org/drawingml/2006/main">
            <a:pPr>
              <a:defRPr sz="1950" b="1">
                <a:solidFill>
                  <a:srgbClr val="DBE6DD"/>
                </a:solidFill>
                <a:latin typeface="Arial"/>
                <a:ea typeface="Arial"/>
                <a:cs typeface="Arial"/>
              </a:defRPr>
            </a:pPr>
            <a:r>
              <a:rPr sz="1950" b="1">
                <a:solidFill>
                  <a:srgbClr val="DBE6DD"/>
                </a:solidFill>
                <a:latin typeface="Arial"/>
                <a:ea typeface="Arial"/>
                <a:cs typeface="Arial"/>
              </a:rPr>
              <a:t>00:30</a:t>
            </a:r>
          </a:p>
        </p:txBody>
      </p:sp>
      <p:sp>
        <p:nvSpPr>
          <p:cNvPr id="8" name="">
            <a:extLst xmlns:a="http://schemas.openxmlformats.org/drawingml/2006/main">
              <a:ext uri="{FF2B5EF4-FFF2-40B4-BE49-F238E27FC236}">
                <a16:creationId xmlns:a16="http://schemas.microsoft.com/office/drawing/2014/main" id="{45F229F6-BC2F-4304-B879-66FFBACB3069}"/>
              </a:ext>
            </a:extLst>
          </p:cNvPr>
          <p:cNvSpPr>
            <a:spLocks xmlns:a="http://schemas.openxmlformats.org/drawingml/2006/main" noGrp="1"/>
          </p:cNvSpPr>
          <p:nvPr/>
        </p:nvSpPr>
        <p:spPr>
          <a:xfrm xmlns:a="http://schemas.openxmlformats.org/drawingml/2006/main">
            <a:off x="2190750" y="309562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vl1pPr>
              <a:defRPr sz="2100" b="1">
                <a:solidFill>
                  <a:srgbClr val="FFFFFF"/>
                </a:solidFill>
                <a:latin typeface="Arial"/>
                <a:ea typeface="Arial"/>
                <a:cs typeface="Arial"/>
              </a:defRPr>
            </a:lvl1pPr>
            <a:lvl2pPr>
              <a:defRPr sz="2100" b="1">
                <a:solidFill>
                  <a:srgbClr val="FFFFFF"/>
                </a:solidFill>
                <a:latin typeface="Arial"/>
                <a:ea typeface="Arial"/>
                <a:cs typeface="Arial"/>
              </a:defRPr>
            </a:lvl2pPr>
            <a:lvl3pPr>
              <a:defRPr sz="2100" b="1">
                <a:solidFill>
                  <a:srgbClr val="FFFFFF"/>
                </a:solidFill>
                <a:latin typeface="Arial"/>
                <a:ea typeface="Arial"/>
                <a:cs typeface="Arial"/>
              </a:defRPr>
            </a:lvl3pPr>
            <a:lvl4pPr>
              <a:defRPr sz="2100" b="1">
                <a:solidFill>
                  <a:srgbClr val="FFFFFF"/>
                </a:solidFill>
                <a:latin typeface="Arial"/>
                <a:ea typeface="Arial"/>
                <a:cs typeface="Arial"/>
              </a:defRPr>
            </a:lvl4pPr>
            <a:lvl5pPr>
              <a:defRPr sz="2100" b="1">
                <a:solidFill>
                  <a:srgbClr val="FFFFFF"/>
                </a:solidFill>
                <a:latin typeface="Arial"/>
                <a:ea typeface="Arial"/>
                <a:cs typeface="Arial"/>
              </a:defRPr>
            </a:lvl5pPr>
            <a:lvl6pPr>
              <a:defRPr sz="2100" b="1">
                <a:solidFill>
                  <a:srgbClr val="FFFFFF"/>
                </a:solidFill>
                <a:latin typeface="Arial"/>
                <a:ea typeface="Arial"/>
                <a:cs typeface="Arial"/>
              </a:defRPr>
            </a:lvl6pPr>
            <a:lvl7pPr>
              <a:defRPr sz="2100" b="1">
                <a:solidFill>
                  <a:srgbClr val="FFFFFF"/>
                </a:solidFill>
                <a:latin typeface="Arial"/>
                <a:ea typeface="Arial"/>
                <a:cs typeface="Arial"/>
              </a:defRPr>
            </a:lvl7pPr>
            <a:lvl8pPr>
              <a:defRPr sz="2100" b="1">
                <a:solidFill>
                  <a:srgbClr val="FFFFFF"/>
                </a:solidFill>
                <a:latin typeface="Arial"/>
                <a:ea typeface="Arial"/>
                <a:cs typeface="Arial"/>
              </a:defRPr>
            </a:lvl8pPr>
            <a:lvl9pPr>
              <a:defRPr sz="2100" b="1">
                <a:solidFill>
                  <a:srgbClr val="FFFFFF"/>
                </a:solidFill>
                <a:latin typeface="Arial"/>
                <a:ea typeface="Arial"/>
                <a:cs typeface="Arial"/>
              </a:defRPr>
            </a:lvl9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Inspect</a:t>
            </a:r>
          </a:p>
        </p:txBody>
      </p:sp>
      <p:sp>
        <p:nvSpPr>
          <p:cNvPr id="9" name="">
            <a:extLst xmlns:a="http://schemas.openxmlformats.org/drawingml/2006/main">
              <a:ext uri="{FF2B5EF4-FFF2-40B4-BE49-F238E27FC236}">
                <a16:creationId xmlns:a16="http://schemas.microsoft.com/office/drawing/2014/main" id="{17D51A7A-9E53-403D-A010-29705DE68CFB}"/>
              </a:ext>
            </a:extLst>
          </p:cNvPr>
          <p:cNvSpPr>
            <a:spLocks xmlns:a="http://schemas.openxmlformats.org/drawingml/2006/main" noGrp="1"/>
          </p:cNvSpPr>
          <p:nvPr/>
        </p:nvSpPr>
        <p:spPr>
          <a:xfrm xmlns:a="http://schemas.openxmlformats.org/drawingml/2006/main">
            <a:off x="4714875" y="3095625"/>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Open the citation and original source.</a:t>
            </a:r>
          </a:p>
        </p:txBody>
      </p:sp>
      <p:sp>
        <p:nvSpPr>
          <p:cNvPr id="10" name="">
            <a:extLst xmlns:a="http://schemas.openxmlformats.org/drawingml/2006/main">
              <a:ext uri="{FF2B5EF4-FFF2-40B4-BE49-F238E27FC236}">
                <a16:creationId xmlns:a16="http://schemas.microsoft.com/office/drawing/2014/main" id="{D5ED9E89-924A-446E-8B7A-140E61D32715}"/>
              </a:ext>
            </a:extLst>
          </p:cNvPr>
          <p:cNvSpPr>
            <a:spLocks xmlns:a="http://schemas.openxmlformats.org/drawingml/2006/main" noGrp="1"/>
          </p:cNvSpPr>
          <p:nvPr/>
        </p:nvSpPr>
        <p:spPr>
          <a:xfrm xmlns:a="http://schemas.openxmlformats.org/drawingml/2006/main">
            <a:off x="685800" y="405765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DBE6DD"/>
                </a:solidFill>
                <a:latin typeface="Arial"/>
                <a:ea typeface="Arial"/>
                <a:cs typeface="Arial"/>
              </a:defRPr>
            </a:defPPr>
            <a:lvl1pPr>
              <a:defRPr sz="1950" b="1">
                <a:solidFill>
                  <a:srgbClr val="DBE6DD"/>
                </a:solidFill>
                <a:latin typeface="Arial"/>
                <a:ea typeface="Arial"/>
                <a:cs typeface="Arial"/>
              </a:defRPr>
            </a:lvl1pPr>
            <a:lvl2pPr>
              <a:defRPr sz="1950" b="1">
                <a:solidFill>
                  <a:srgbClr val="DBE6DD"/>
                </a:solidFill>
                <a:latin typeface="Arial"/>
                <a:ea typeface="Arial"/>
                <a:cs typeface="Arial"/>
              </a:defRPr>
            </a:lvl2pPr>
            <a:lvl3pPr>
              <a:defRPr sz="1950" b="1">
                <a:solidFill>
                  <a:srgbClr val="DBE6DD"/>
                </a:solidFill>
                <a:latin typeface="Arial"/>
                <a:ea typeface="Arial"/>
                <a:cs typeface="Arial"/>
              </a:defRPr>
            </a:lvl3pPr>
            <a:lvl4pPr>
              <a:defRPr sz="1950" b="1">
                <a:solidFill>
                  <a:srgbClr val="DBE6DD"/>
                </a:solidFill>
                <a:latin typeface="Arial"/>
                <a:ea typeface="Arial"/>
                <a:cs typeface="Arial"/>
              </a:defRPr>
            </a:lvl4pPr>
            <a:lvl5pPr>
              <a:defRPr sz="1950" b="1">
                <a:solidFill>
                  <a:srgbClr val="DBE6DD"/>
                </a:solidFill>
                <a:latin typeface="Arial"/>
                <a:ea typeface="Arial"/>
                <a:cs typeface="Arial"/>
              </a:defRPr>
            </a:lvl5pPr>
            <a:lvl6pPr>
              <a:defRPr sz="1950" b="1">
                <a:solidFill>
                  <a:srgbClr val="DBE6DD"/>
                </a:solidFill>
                <a:latin typeface="Arial"/>
                <a:ea typeface="Arial"/>
                <a:cs typeface="Arial"/>
              </a:defRPr>
            </a:lvl6pPr>
            <a:lvl7pPr>
              <a:defRPr sz="1950" b="1">
                <a:solidFill>
                  <a:srgbClr val="DBE6DD"/>
                </a:solidFill>
                <a:latin typeface="Arial"/>
                <a:ea typeface="Arial"/>
                <a:cs typeface="Arial"/>
              </a:defRPr>
            </a:lvl7pPr>
            <a:lvl8pPr>
              <a:defRPr sz="1950" b="1">
                <a:solidFill>
                  <a:srgbClr val="DBE6DD"/>
                </a:solidFill>
                <a:latin typeface="Arial"/>
                <a:ea typeface="Arial"/>
                <a:cs typeface="Arial"/>
              </a:defRPr>
            </a:lvl8pPr>
            <a:lvl9pPr>
              <a:defRPr sz="1950" b="1">
                <a:solidFill>
                  <a:srgbClr val="DBE6DD"/>
                </a:solidFill>
                <a:latin typeface="Arial"/>
                <a:ea typeface="Arial"/>
                <a:cs typeface="Arial"/>
              </a:defRPr>
            </a:lvl9pPr>
          </a:lstStyle>
          <a:p xmlns:a="http://schemas.openxmlformats.org/drawingml/2006/main">
            <a:pPr>
              <a:defRPr sz="1950" b="1">
                <a:solidFill>
                  <a:srgbClr val="DBE6DD"/>
                </a:solidFill>
                <a:latin typeface="Arial"/>
                <a:ea typeface="Arial"/>
                <a:cs typeface="Arial"/>
              </a:defRPr>
            </a:pPr>
            <a:r>
              <a:rPr sz="1950" b="1">
                <a:solidFill>
                  <a:srgbClr val="DBE6DD"/>
                </a:solidFill>
                <a:latin typeface="Arial"/>
                <a:ea typeface="Arial"/>
                <a:cs typeface="Arial"/>
              </a:rPr>
              <a:t>01:00</a:t>
            </a:r>
          </a:p>
        </p:txBody>
      </p:sp>
      <p:sp>
        <p:nvSpPr>
          <p:cNvPr id="11" name="">
            <a:extLst xmlns:a="http://schemas.openxmlformats.org/drawingml/2006/main">
              <a:ext uri="{FF2B5EF4-FFF2-40B4-BE49-F238E27FC236}">
                <a16:creationId xmlns:a16="http://schemas.microsoft.com/office/drawing/2014/main" id="{B2176BF4-1CF6-46F1-A52E-CFBD4349787C}"/>
              </a:ext>
            </a:extLst>
          </p:cNvPr>
          <p:cNvSpPr>
            <a:spLocks xmlns:a="http://schemas.openxmlformats.org/drawingml/2006/main" noGrp="1"/>
          </p:cNvSpPr>
          <p:nvPr/>
        </p:nvSpPr>
        <p:spPr>
          <a:xfrm xmlns:a="http://schemas.openxmlformats.org/drawingml/2006/main">
            <a:off x="2190750" y="405765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vl1pPr>
              <a:defRPr sz="2100" b="1">
                <a:solidFill>
                  <a:srgbClr val="FFFFFF"/>
                </a:solidFill>
                <a:latin typeface="Arial"/>
                <a:ea typeface="Arial"/>
                <a:cs typeface="Arial"/>
              </a:defRPr>
            </a:lvl1pPr>
            <a:lvl2pPr>
              <a:defRPr sz="2100" b="1">
                <a:solidFill>
                  <a:srgbClr val="FFFFFF"/>
                </a:solidFill>
                <a:latin typeface="Arial"/>
                <a:ea typeface="Arial"/>
                <a:cs typeface="Arial"/>
              </a:defRPr>
            </a:lvl2pPr>
            <a:lvl3pPr>
              <a:defRPr sz="2100" b="1">
                <a:solidFill>
                  <a:srgbClr val="FFFFFF"/>
                </a:solidFill>
                <a:latin typeface="Arial"/>
                <a:ea typeface="Arial"/>
                <a:cs typeface="Arial"/>
              </a:defRPr>
            </a:lvl3pPr>
            <a:lvl4pPr>
              <a:defRPr sz="2100" b="1">
                <a:solidFill>
                  <a:srgbClr val="FFFFFF"/>
                </a:solidFill>
                <a:latin typeface="Arial"/>
                <a:ea typeface="Arial"/>
                <a:cs typeface="Arial"/>
              </a:defRPr>
            </a:lvl4pPr>
            <a:lvl5pPr>
              <a:defRPr sz="2100" b="1">
                <a:solidFill>
                  <a:srgbClr val="FFFFFF"/>
                </a:solidFill>
                <a:latin typeface="Arial"/>
                <a:ea typeface="Arial"/>
                <a:cs typeface="Arial"/>
              </a:defRPr>
            </a:lvl5pPr>
            <a:lvl6pPr>
              <a:defRPr sz="2100" b="1">
                <a:solidFill>
                  <a:srgbClr val="FFFFFF"/>
                </a:solidFill>
                <a:latin typeface="Arial"/>
                <a:ea typeface="Arial"/>
                <a:cs typeface="Arial"/>
              </a:defRPr>
            </a:lvl6pPr>
            <a:lvl7pPr>
              <a:defRPr sz="2100" b="1">
                <a:solidFill>
                  <a:srgbClr val="FFFFFF"/>
                </a:solidFill>
                <a:latin typeface="Arial"/>
                <a:ea typeface="Arial"/>
                <a:cs typeface="Arial"/>
              </a:defRPr>
            </a:lvl7pPr>
            <a:lvl8pPr>
              <a:defRPr sz="2100" b="1">
                <a:solidFill>
                  <a:srgbClr val="FFFFFF"/>
                </a:solidFill>
                <a:latin typeface="Arial"/>
                <a:ea typeface="Arial"/>
                <a:cs typeface="Arial"/>
              </a:defRPr>
            </a:lvl8pPr>
            <a:lvl9pPr>
              <a:defRPr sz="2100" b="1">
                <a:solidFill>
                  <a:srgbClr val="FFFFFF"/>
                </a:solidFill>
                <a:latin typeface="Arial"/>
                <a:ea typeface="Arial"/>
                <a:cs typeface="Arial"/>
              </a:defRPr>
            </a:lvl9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Follow up</a:t>
            </a:r>
          </a:p>
        </p:txBody>
      </p:sp>
      <p:sp>
        <p:nvSpPr>
          <p:cNvPr id="12" name="">
            <a:extLst xmlns:a="http://schemas.openxmlformats.org/drawingml/2006/main">
              <a:ext uri="{FF2B5EF4-FFF2-40B4-BE49-F238E27FC236}">
                <a16:creationId xmlns:a16="http://schemas.microsoft.com/office/drawing/2014/main" id="{0C077578-F2CC-44CF-B9ED-9AF269056418}"/>
              </a:ext>
            </a:extLst>
          </p:cNvPr>
          <p:cNvSpPr>
            <a:spLocks xmlns:a="http://schemas.openxmlformats.org/drawingml/2006/main" noGrp="1"/>
          </p:cNvSpPr>
          <p:nvPr/>
        </p:nvSpPr>
        <p:spPr>
          <a:xfrm xmlns:a="http://schemas.openxmlformats.org/drawingml/2006/main">
            <a:off x="4714875" y="40576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What choices does it give me?</a:t>
            </a:r>
          </a:p>
        </p:txBody>
      </p:sp>
      <p:sp>
        <p:nvSpPr>
          <p:cNvPr id="13" name="">
            <a:extLst xmlns:a="http://schemas.openxmlformats.org/drawingml/2006/main">
              <a:ext uri="{FF2B5EF4-FFF2-40B4-BE49-F238E27FC236}">
                <a16:creationId xmlns:a16="http://schemas.microsoft.com/office/drawing/2014/main" id="{FAB0744C-9C9B-487E-B91D-9314172CE95C}"/>
              </a:ext>
            </a:extLst>
          </p:cNvPr>
          <p:cNvSpPr>
            <a:spLocks xmlns:a="http://schemas.openxmlformats.org/drawingml/2006/main" noGrp="1"/>
          </p:cNvSpPr>
          <p:nvPr/>
        </p:nvSpPr>
        <p:spPr>
          <a:xfrm xmlns:a="http://schemas.openxmlformats.org/drawingml/2006/main">
            <a:off x="685800" y="5019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DBE6DD"/>
                </a:solidFill>
                <a:latin typeface="Arial"/>
                <a:ea typeface="Arial"/>
                <a:cs typeface="Arial"/>
              </a:defRPr>
            </a:defPPr>
            <a:lvl1pPr>
              <a:defRPr sz="1950" b="1">
                <a:solidFill>
                  <a:srgbClr val="DBE6DD"/>
                </a:solidFill>
                <a:latin typeface="Arial"/>
                <a:ea typeface="Arial"/>
                <a:cs typeface="Arial"/>
              </a:defRPr>
            </a:lvl1pPr>
            <a:lvl2pPr>
              <a:defRPr sz="1950" b="1">
                <a:solidFill>
                  <a:srgbClr val="DBE6DD"/>
                </a:solidFill>
                <a:latin typeface="Arial"/>
                <a:ea typeface="Arial"/>
                <a:cs typeface="Arial"/>
              </a:defRPr>
            </a:lvl2pPr>
            <a:lvl3pPr>
              <a:defRPr sz="1950" b="1">
                <a:solidFill>
                  <a:srgbClr val="DBE6DD"/>
                </a:solidFill>
                <a:latin typeface="Arial"/>
                <a:ea typeface="Arial"/>
                <a:cs typeface="Arial"/>
              </a:defRPr>
            </a:lvl3pPr>
            <a:lvl4pPr>
              <a:defRPr sz="1950" b="1">
                <a:solidFill>
                  <a:srgbClr val="DBE6DD"/>
                </a:solidFill>
                <a:latin typeface="Arial"/>
                <a:ea typeface="Arial"/>
                <a:cs typeface="Arial"/>
              </a:defRPr>
            </a:lvl4pPr>
            <a:lvl5pPr>
              <a:defRPr sz="1950" b="1">
                <a:solidFill>
                  <a:srgbClr val="DBE6DD"/>
                </a:solidFill>
                <a:latin typeface="Arial"/>
                <a:ea typeface="Arial"/>
                <a:cs typeface="Arial"/>
              </a:defRPr>
            </a:lvl5pPr>
            <a:lvl6pPr>
              <a:defRPr sz="1950" b="1">
                <a:solidFill>
                  <a:srgbClr val="DBE6DD"/>
                </a:solidFill>
                <a:latin typeface="Arial"/>
                <a:ea typeface="Arial"/>
                <a:cs typeface="Arial"/>
              </a:defRPr>
            </a:lvl6pPr>
            <a:lvl7pPr>
              <a:defRPr sz="1950" b="1">
                <a:solidFill>
                  <a:srgbClr val="DBE6DD"/>
                </a:solidFill>
                <a:latin typeface="Arial"/>
                <a:ea typeface="Arial"/>
                <a:cs typeface="Arial"/>
              </a:defRPr>
            </a:lvl7pPr>
            <a:lvl8pPr>
              <a:defRPr sz="1950" b="1">
                <a:solidFill>
                  <a:srgbClr val="DBE6DD"/>
                </a:solidFill>
                <a:latin typeface="Arial"/>
                <a:ea typeface="Arial"/>
                <a:cs typeface="Arial"/>
              </a:defRPr>
            </a:lvl8pPr>
            <a:lvl9pPr>
              <a:defRPr sz="1950" b="1">
                <a:solidFill>
                  <a:srgbClr val="DBE6DD"/>
                </a:solidFill>
                <a:latin typeface="Arial"/>
                <a:ea typeface="Arial"/>
                <a:cs typeface="Arial"/>
              </a:defRPr>
            </a:lvl9pPr>
          </a:lstStyle>
          <a:p xmlns:a="http://schemas.openxmlformats.org/drawingml/2006/main">
            <a:pPr>
              <a:defRPr sz="1950" b="1">
                <a:solidFill>
                  <a:srgbClr val="DBE6DD"/>
                </a:solidFill>
                <a:latin typeface="Arial"/>
                <a:ea typeface="Arial"/>
                <a:cs typeface="Arial"/>
              </a:defRPr>
            </a:pPr>
            <a:r>
              <a:rPr sz="1950" b="1">
                <a:solidFill>
                  <a:srgbClr val="DBE6DD"/>
                </a:solidFill>
                <a:latin typeface="Arial"/>
                <a:ea typeface="Arial"/>
                <a:cs typeface="Arial"/>
              </a:rPr>
              <a:t>01:30</a:t>
            </a:r>
          </a:p>
        </p:txBody>
      </p:sp>
      <p:sp>
        <p:nvSpPr>
          <p:cNvPr id="14" name="">
            <a:extLst xmlns:a="http://schemas.openxmlformats.org/drawingml/2006/main">
              <a:ext uri="{FF2B5EF4-FFF2-40B4-BE49-F238E27FC236}">
                <a16:creationId xmlns:a16="http://schemas.microsoft.com/office/drawing/2014/main" id="{A62A839A-DCF4-4DDB-85C9-419BD42E9A76}"/>
              </a:ext>
            </a:extLst>
          </p:cNvPr>
          <p:cNvSpPr>
            <a:spLocks xmlns:a="http://schemas.openxmlformats.org/drawingml/2006/main" noGrp="1"/>
          </p:cNvSpPr>
          <p:nvPr/>
        </p:nvSpPr>
        <p:spPr>
          <a:xfrm xmlns:a="http://schemas.openxmlformats.org/drawingml/2006/main">
            <a:off x="2190750" y="50196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vl1pPr>
              <a:defRPr sz="2100" b="1">
                <a:solidFill>
                  <a:srgbClr val="FFFFFF"/>
                </a:solidFill>
                <a:latin typeface="Arial"/>
                <a:ea typeface="Arial"/>
                <a:cs typeface="Arial"/>
              </a:defRPr>
            </a:lvl1pPr>
            <a:lvl2pPr>
              <a:defRPr sz="2100" b="1">
                <a:solidFill>
                  <a:srgbClr val="FFFFFF"/>
                </a:solidFill>
                <a:latin typeface="Arial"/>
                <a:ea typeface="Arial"/>
                <a:cs typeface="Arial"/>
              </a:defRPr>
            </a:lvl2pPr>
            <a:lvl3pPr>
              <a:defRPr sz="2100" b="1">
                <a:solidFill>
                  <a:srgbClr val="FFFFFF"/>
                </a:solidFill>
                <a:latin typeface="Arial"/>
                <a:ea typeface="Arial"/>
                <a:cs typeface="Arial"/>
              </a:defRPr>
            </a:lvl3pPr>
            <a:lvl4pPr>
              <a:defRPr sz="2100" b="1">
                <a:solidFill>
                  <a:srgbClr val="FFFFFF"/>
                </a:solidFill>
                <a:latin typeface="Arial"/>
                <a:ea typeface="Arial"/>
                <a:cs typeface="Arial"/>
              </a:defRPr>
            </a:lvl4pPr>
            <a:lvl5pPr>
              <a:defRPr sz="2100" b="1">
                <a:solidFill>
                  <a:srgbClr val="FFFFFF"/>
                </a:solidFill>
                <a:latin typeface="Arial"/>
                <a:ea typeface="Arial"/>
                <a:cs typeface="Arial"/>
              </a:defRPr>
            </a:lvl5pPr>
            <a:lvl6pPr>
              <a:defRPr sz="2100" b="1">
                <a:solidFill>
                  <a:srgbClr val="FFFFFF"/>
                </a:solidFill>
                <a:latin typeface="Arial"/>
                <a:ea typeface="Arial"/>
                <a:cs typeface="Arial"/>
              </a:defRPr>
            </a:lvl6pPr>
            <a:lvl7pPr>
              <a:defRPr sz="2100" b="1">
                <a:solidFill>
                  <a:srgbClr val="FFFFFF"/>
                </a:solidFill>
                <a:latin typeface="Arial"/>
                <a:ea typeface="Arial"/>
                <a:cs typeface="Arial"/>
              </a:defRPr>
            </a:lvl7pPr>
            <a:lvl8pPr>
              <a:defRPr sz="2100" b="1">
                <a:solidFill>
                  <a:srgbClr val="FFFFFF"/>
                </a:solidFill>
                <a:latin typeface="Arial"/>
                <a:ea typeface="Arial"/>
                <a:cs typeface="Arial"/>
              </a:defRPr>
            </a:lvl8pPr>
            <a:lvl9pPr>
              <a:defRPr sz="2100" b="1">
                <a:solidFill>
                  <a:srgbClr val="FFFFFF"/>
                </a:solidFill>
                <a:latin typeface="Arial"/>
                <a:ea typeface="Arial"/>
                <a:cs typeface="Arial"/>
              </a:defRPr>
            </a:lvl9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Handle a gap</a:t>
            </a:r>
          </a:p>
        </p:txBody>
      </p:sp>
      <p:sp>
        <p:nvSpPr>
          <p:cNvPr id="15" name="">
            <a:extLst xmlns:a="http://schemas.openxmlformats.org/drawingml/2006/main">
              <a:ext uri="{FF2B5EF4-FFF2-40B4-BE49-F238E27FC236}">
                <a16:creationId xmlns:a16="http://schemas.microsoft.com/office/drawing/2014/main" id="{29813A48-CE6C-42B4-A08A-FA01EAAFC125}"/>
              </a:ext>
            </a:extLst>
          </p:cNvPr>
          <p:cNvSpPr>
            <a:spLocks xmlns:a="http://schemas.openxmlformats.org/drawingml/2006/main" noGrp="1"/>
          </p:cNvSpPr>
          <p:nvPr/>
        </p:nvSpPr>
        <p:spPr>
          <a:xfrm xmlns:a="http://schemas.openxmlformats.org/drawingml/2006/main">
            <a:off x="4714875" y="5019675"/>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What is my personal attendance percentage today?</a:t>
            </a:r>
          </a:p>
        </p:txBody>
      </p:sp>
    </p:spTree>
    <p:extLst>
      <p:ext uri="{BB962C8B-B14F-4D97-AF65-F5344CB8AC3E}">
        <p14:creationId xmlns:p14="http://schemas.microsoft.com/office/powerpoint/2010/main" val="370648856"/>
      </p:ext>
    </p:extLst>
  </p:cSld>
</p:sld>
</file>

<file path=ppt/slides/slide7.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9BA335-93F6-478C-A8E1-7DB7C8872C8C}"/>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03  SHORT DEMONSTRATION</a:t>
            </a:r>
          </a:p>
        </p:txBody>
      </p:sp>
      <p:sp>
        <p:nvSpPr>
          <p:cNvPr id="2" name="">
            <a:extLst xmlns:a="http://schemas.openxmlformats.org/drawingml/2006/main">
              <a:ext uri="{FF2B5EF4-FFF2-40B4-BE49-F238E27FC236}">
                <a16:creationId xmlns:a16="http://schemas.microsoft.com/office/drawing/2014/main" id="{519E1D78-F1CA-4403-9E7E-0DAAEAA90908}"/>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Recorded behavior examples</a:t>
            </a:r>
          </a:p>
        </p:txBody>
      </p:sp>
      <p:sp>
        <p:nvSpPr>
          <p:cNvPr id="3" name="">
            <a:extLst xmlns:a="http://schemas.openxmlformats.org/drawingml/2006/main">
              <a:ext uri="{FF2B5EF4-FFF2-40B4-BE49-F238E27FC236}">
                <a16:creationId xmlns:a16="http://schemas.microsoft.com/office/drawing/2014/main" id="{551AC9B1-5E55-4A97-A9B2-D39321A19B53}"/>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07</a:t>
            </a:r>
          </a:p>
        </p:txBody>
      </p:sp>
      <p:sp>
        <p:nvSpPr>
          <p:cNvPr id="4" name="">
            <a:extLst xmlns:a="http://schemas.openxmlformats.org/drawingml/2006/main">
              <a:ext uri="{FF2B5EF4-FFF2-40B4-BE49-F238E27FC236}">
                <a16:creationId xmlns:a16="http://schemas.microsoft.com/office/drawing/2014/main" id="{7AA97190-4FB1-4AA6-B558-99A0F14513E7}"/>
              </a:ext>
            </a:extLst>
          </p:cNvPr>
          <p:cNvSpPr>
            <a:spLocks xmlns:a="http://schemas.openxmlformats.org/drawingml/2006/main" noGrp="1"/>
          </p:cNvSpPr>
          <p:nvPr/>
        </p:nvSpPr>
        <p:spPr>
          <a:xfrm xmlns:a="http://schemas.openxmlformats.org/drawingml/2006/main">
            <a:off x="685800" y="2133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A</a:t>
            </a:r>
          </a:p>
        </p:txBody>
      </p:sp>
      <p:sp>
        <p:nvSpPr>
          <p:cNvPr id="5" name="">
            <a:extLst xmlns:a="http://schemas.openxmlformats.org/drawingml/2006/main">
              <a:ext uri="{FF2B5EF4-FFF2-40B4-BE49-F238E27FC236}">
                <a16:creationId xmlns:a16="http://schemas.microsoft.com/office/drawing/2014/main" id="{C6311003-B23A-4AD3-966D-19CB03E3733A}"/>
              </a:ext>
            </a:extLst>
          </p:cNvPr>
          <p:cNvSpPr>
            <a:spLocks xmlns:a="http://schemas.openxmlformats.org/drawingml/2006/main" noGrp="1"/>
          </p:cNvSpPr>
          <p:nvPr/>
        </p:nvSpPr>
        <p:spPr>
          <a:xfrm xmlns:a="http://schemas.openxmlformats.org/drawingml/2006/main">
            <a:off x="1504950" y="21336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Supported question</a:t>
            </a:r>
          </a:p>
        </p:txBody>
      </p:sp>
      <p:sp>
        <p:nvSpPr>
          <p:cNvPr id="6" name="">
            <a:extLst xmlns:a="http://schemas.openxmlformats.org/drawingml/2006/main">
              <a:ext uri="{FF2B5EF4-FFF2-40B4-BE49-F238E27FC236}">
                <a16:creationId xmlns:a16="http://schemas.microsoft.com/office/drawing/2014/main" id="{56A3FDF6-4E56-4AD2-A04B-49478757A8FA}"/>
              </a:ext>
            </a:extLst>
          </p:cNvPr>
          <p:cNvSpPr>
            <a:spLocks xmlns:a="http://schemas.openxmlformats.org/drawingml/2006/main" noGrp="1"/>
          </p:cNvSpPr>
          <p:nvPr/>
        </p:nvSpPr>
        <p:spPr>
          <a:xfrm xmlns:a="http://schemas.openxmlformats.org/drawingml/2006/main">
            <a:off x="1504950" y="259080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FFCS choices: the recorded answer lists course order, time slots and course load.</a:t>
            </a:r>
          </a:p>
        </p:txBody>
      </p:sp>
      <p:sp>
        <p:nvSpPr>
          <p:cNvPr id="7" name="">
            <a:extLst xmlns:a="http://schemas.openxmlformats.org/drawingml/2006/main">
              <a:ext uri="{FF2B5EF4-FFF2-40B4-BE49-F238E27FC236}">
                <a16:creationId xmlns:a16="http://schemas.microsoft.com/office/drawing/2014/main" id="{6AB8953A-77AD-4574-8EEA-0A4DEADE6920}"/>
              </a:ext>
            </a:extLst>
          </p:cNvPr>
          <p:cNvSpPr>
            <a:spLocks xmlns:a="http://schemas.openxmlformats.org/drawingml/2006/main" noGrp="1"/>
          </p:cNvSpPr>
          <p:nvPr/>
        </p:nvSpPr>
        <p:spPr>
          <a:xfrm xmlns:a="http://schemas.openxmlformats.org/drawingml/2006/main">
            <a:off x="685800" y="34575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B</a:t>
            </a:r>
          </a:p>
        </p:txBody>
      </p:sp>
      <p:sp>
        <p:nvSpPr>
          <p:cNvPr id="8" name="">
            <a:extLst xmlns:a="http://schemas.openxmlformats.org/drawingml/2006/main">
              <a:ext uri="{FF2B5EF4-FFF2-40B4-BE49-F238E27FC236}">
                <a16:creationId xmlns:a16="http://schemas.microsoft.com/office/drawing/2014/main" id="{17374418-07E3-4A52-9F93-07E46B008EE0}"/>
              </a:ext>
            </a:extLst>
          </p:cNvPr>
          <p:cNvSpPr>
            <a:spLocks xmlns:a="http://schemas.openxmlformats.org/drawingml/2006/main" noGrp="1"/>
          </p:cNvSpPr>
          <p:nvPr/>
        </p:nvSpPr>
        <p:spPr>
          <a:xfrm xmlns:a="http://schemas.openxmlformats.org/drawingml/2006/main">
            <a:off x="1504950" y="34575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Ambiguous question</a:t>
            </a:r>
          </a:p>
        </p:txBody>
      </p:sp>
      <p:sp>
        <p:nvSpPr>
          <p:cNvPr id="9" name="">
            <a:extLst xmlns:a="http://schemas.openxmlformats.org/drawingml/2006/main">
              <a:ext uri="{FF2B5EF4-FFF2-40B4-BE49-F238E27FC236}">
                <a16:creationId xmlns:a16="http://schemas.microsoft.com/office/drawing/2014/main" id="{CF0A8C4E-C7E8-47BB-9FFA-1CF6C687B452}"/>
              </a:ext>
            </a:extLst>
          </p:cNvPr>
          <p:cNvSpPr>
            <a:spLocks xmlns:a="http://schemas.openxmlformats.org/drawingml/2006/main" noGrp="1"/>
          </p:cNvSpPr>
          <p:nvPr/>
        </p:nvSpPr>
        <p:spPr>
          <a:xfrm xmlns:a="http://schemas.openxmlformats.org/drawingml/2006/main">
            <a:off x="1504950" y="391477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“When does the lab open?” returns “Which lab do you mean?”</a:t>
            </a:r>
          </a:p>
        </p:txBody>
      </p:sp>
      <p:sp>
        <p:nvSpPr>
          <p:cNvPr id="10" name="">
            <a:extLst xmlns:a="http://schemas.openxmlformats.org/drawingml/2006/main">
              <a:ext uri="{FF2B5EF4-FFF2-40B4-BE49-F238E27FC236}">
                <a16:creationId xmlns:a16="http://schemas.microsoft.com/office/drawing/2014/main" id="{35C4A0B5-7720-4F32-9BCF-63B5DC92CAC8}"/>
              </a:ext>
            </a:extLst>
          </p:cNvPr>
          <p:cNvSpPr>
            <a:spLocks xmlns:a="http://schemas.openxmlformats.org/drawingml/2006/main" noGrp="1"/>
          </p:cNvSpPr>
          <p:nvPr/>
        </p:nvSpPr>
        <p:spPr>
          <a:xfrm xmlns:a="http://schemas.openxmlformats.org/drawingml/2006/main">
            <a:off x="685800" y="47815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C</a:t>
            </a:r>
          </a:p>
        </p:txBody>
      </p:sp>
      <p:sp>
        <p:nvSpPr>
          <p:cNvPr id="11" name="">
            <a:extLst xmlns:a="http://schemas.openxmlformats.org/drawingml/2006/main">
              <a:ext uri="{FF2B5EF4-FFF2-40B4-BE49-F238E27FC236}">
                <a16:creationId xmlns:a16="http://schemas.microsoft.com/office/drawing/2014/main" id="{AB9790E1-E6C1-48F4-86B7-F750FC0EBEC2}"/>
              </a:ext>
            </a:extLst>
          </p:cNvPr>
          <p:cNvSpPr>
            <a:spLocks xmlns:a="http://schemas.openxmlformats.org/drawingml/2006/main" noGrp="1"/>
          </p:cNvSpPr>
          <p:nvPr/>
        </p:nvSpPr>
        <p:spPr>
          <a:xfrm xmlns:a="http://schemas.openxmlformats.org/drawingml/2006/main">
            <a:off x="1504950" y="47815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Private information</a:t>
            </a:r>
          </a:p>
        </p:txBody>
      </p:sp>
      <p:sp>
        <p:nvSpPr>
          <p:cNvPr id="12" name="">
            <a:extLst xmlns:a="http://schemas.openxmlformats.org/drawingml/2006/main">
              <a:ext uri="{FF2B5EF4-FFF2-40B4-BE49-F238E27FC236}">
                <a16:creationId xmlns:a16="http://schemas.microsoft.com/office/drawing/2014/main" id="{49195EC3-53C8-4473-88EA-CAE30D97BAFB}"/>
              </a:ext>
            </a:extLst>
          </p:cNvPr>
          <p:cNvSpPr>
            <a:spLocks xmlns:a="http://schemas.openxmlformats.org/drawingml/2006/main" noGrp="1"/>
          </p:cNvSpPr>
          <p:nvPr/>
        </p:nvSpPr>
        <p:spPr>
          <a:xfrm xmlns:a="http://schemas.openxmlformats.org/drawingml/2006/main">
            <a:off x="1504950" y="52387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Personal attendance returns a staff-confirmation offer with no saved ticket.</a:t>
            </a:r>
          </a:p>
        </p:txBody>
      </p:sp>
    </p:spTree>
    <p:extLst>
      <p:ext uri="{BB962C8B-B14F-4D97-AF65-F5344CB8AC3E}">
        <p14:creationId xmlns:p14="http://schemas.microsoft.com/office/powerpoint/2010/main" val="1755926415"/>
      </p:ext>
    </p:extLst>
  </p:cSld>
</p:sld>
</file>

<file path=ppt/slides/slide8.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1BE8FE-B18F-444B-96FC-C1A974BF2691}"/>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04  EVALUATION</a:t>
            </a:r>
          </a:p>
        </p:txBody>
      </p:sp>
      <p:sp>
        <p:nvSpPr>
          <p:cNvPr id="2" name="">
            <a:extLst xmlns:a="http://schemas.openxmlformats.org/drawingml/2006/main">
              <a:ext uri="{FF2B5EF4-FFF2-40B4-BE49-F238E27FC236}">
                <a16:creationId xmlns:a16="http://schemas.microsoft.com/office/drawing/2014/main" id="{3DE71F19-D4D4-4CD7-9FD6-1B7F8649B7D3}"/>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Verification evidence and its limits</a:t>
            </a:r>
          </a:p>
        </p:txBody>
      </p:sp>
      <p:sp>
        <p:nvSpPr>
          <p:cNvPr id="3" name="">
            <a:extLst xmlns:a="http://schemas.openxmlformats.org/drawingml/2006/main">
              <a:ext uri="{FF2B5EF4-FFF2-40B4-BE49-F238E27FC236}">
                <a16:creationId xmlns:a16="http://schemas.microsoft.com/office/drawing/2014/main" id="{6FE350C5-C6F3-4FF6-95C4-855DB90C7C6B}"/>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08</a:t>
            </a:r>
          </a:p>
        </p:txBody>
      </p:sp>
      <p:sp>
        <p:nvSpPr>
          <p:cNvPr id="4" name="">
            <a:extLst xmlns:a="http://schemas.openxmlformats.org/drawingml/2006/main">
              <a:ext uri="{FF2B5EF4-FFF2-40B4-BE49-F238E27FC236}">
                <a16:creationId xmlns:a16="http://schemas.microsoft.com/office/drawing/2014/main" id="{67ECD26A-F088-49B0-989C-9B92579C057D}"/>
              </a:ext>
            </a:extLst>
          </p:cNvPr>
          <p:cNvSpPr>
            <a:spLocks xmlns:a="http://schemas.openxmlformats.org/drawingml/2006/main" noGrp="1"/>
          </p:cNvSpPr>
          <p:nvPr/>
        </p:nvSpPr>
        <p:spPr>
          <a:xfrm xmlns:a="http://schemas.openxmlformats.org/drawingml/2006/main">
            <a:off x="685800" y="21050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77 backend tests</a:t>
            </a:r>
          </a:p>
        </p:txBody>
      </p:sp>
      <p:sp>
        <p:nvSpPr>
          <p:cNvPr id="5" name="">
            <a:extLst xmlns:a="http://schemas.openxmlformats.org/drawingml/2006/main">
              <a:ext uri="{FF2B5EF4-FFF2-40B4-BE49-F238E27FC236}">
                <a16:creationId xmlns:a16="http://schemas.microsoft.com/office/drawing/2014/main" id="{BA6A54A8-C780-4FF2-B3FB-C3A531200B31}"/>
              </a:ext>
            </a:extLst>
          </p:cNvPr>
          <p:cNvSpPr>
            <a:spLocks xmlns:a="http://schemas.openxmlformats.org/drawingml/2006/main" noGrp="1"/>
          </p:cNvSpPr>
          <p:nvPr/>
        </p:nvSpPr>
        <p:spPr>
          <a:xfrm xmlns:a="http://schemas.openxmlformats.org/drawingml/2006/main">
            <a:off x="5381625" y="2143125"/>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2B27"/>
                </a:solidFill>
                <a:latin typeface="Arial"/>
                <a:ea typeface="Arial"/>
                <a:cs typeface="Arial"/>
              </a:defRPr>
            </a:defPPr>
            <a:lvl1pPr>
              <a:defRPr sz="2025" b="0">
                <a:solidFill>
                  <a:srgbClr val="232B27"/>
                </a:solidFill>
                <a:latin typeface="Arial"/>
                <a:ea typeface="Arial"/>
                <a:cs typeface="Arial"/>
              </a:defRPr>
            </a:lvl1pPr>
            <a:lvl2pPr>
              <a:defRPr sz="2025" b="0">
                <a:solidFill>
                  <a:srgbClr val="232B27"/>
                </a:solidFill>
                <a:latin typeface="Arial"/>
                <a:ea typeface="Arial"/>
                <a:cs typeface="Arial"/>
              </a:defRPr>
            </a:lvl2pPr>
            <a:lvl3pPr>
              <a:defRPr sz="2025" b="0">
                <a:solidFill>
                  <a:srgbClr val="232B27"/>
                </a:solidFill>
                <a:latin typeface="Arial"/>
                <a:ea typeface="Arial"/>
                <a:cs typeface="Arial"/>
              </a:defRPr>
            </a:lvl3pPr>
            <a:lvl4pPr>
              <a:defRPr sz="2025" b="0">
                <a:solidFill>
                  <a:srgbClr val="232B27"/>
                </a:solidFill>
                <a:latin typeface="Arial"/>
                <a:ea typeface="Arial"/>
                <a:cs typeface="Arial"/>
              </a:defRPr>
            </a:lvl4pPr>
            <a:lvl5pPr>
              <a:defRPr sz="2025" b="0">
                <a:solidFill>
                  <a:srgbClr val="232B27"/>
                </a:solidFill>
                <a:latin typeface="Arial"/>
                <a:ea typeface="Arial"/>
                <a:cs typeface="Arial"/>
              </a:defRPr>
            </a:lvl5pPr>
            <a:lvl6pPr>
              <a:defRPr sz="2025" b="0">
                <a:solidFill>
                  <a:srgbClr val="232B27"/>
                </a:solidFill>
                <a:latin typeface="Arial"/>
                <a:ea typeface="Arial"/>
                <a:cs typeface="Arial"/>
              </a:defRPr>
            </a:lvl6pPr>
            <a:lvl7pPr>
              <a:defRPr sz="2025" b="0">
                <a:solidFill>
                  <a:srgbClr val="232B27"/>
                </a:solidFill>
                <a:latin typeface="Arial"/>
                <a:ea typeface="Arial"/>
                <a:cs typeface="Arial"/>
              </a:defRPr>
            </a:lvl7pPr>
            <a:lvl8pPr>
              <a:defRPr sz="2025" b="0">
                <a:solidFill>
                  <a:srgbClr val="232B27"/>
                </a:solidFill>
                <a:latin typeface="Arial"/>
                <a:ea typeface="Arial"/>
                <a:cs typeface="Arial"/>
              </a:defRPr>
            </a:lvl8pPr>
            <a:lvl9pPr>
              <a:defRPr sz="2025" b="0">
                <a:solidFill>
                  <a:srgbClr val="232B27"/>
                </a:solidFill>
                <a:latin typeface="Arial"/>
                <a:ea typeface="Arial"/>
                <a:cs typeface="Arial"/>
              </a:defRPr>
            </a:lvl9pPr>
          </a:lstStyle>
          <a:p xmlns:a="http://schemas.openxmlformats.org/drawingml/2006/main">
            <a:pPr>
              <a:defRPr sz="2025" b="0">
                <a:solidFill>
                  <a:srgbClr val="232B27"/>
                </a:solidFill>
                <a:latin typeface="Arial"/>
                <a:ea typeface="Arial"/>
                <a:cs typeface="Arial"/>
              </a:defRPr>
            </a:pPr>
            <a:r>
              <a:rPr sz="2025" b="0">
                <a:solidFill>
                  <a:srgbClr val="232B27"/>
                </a:solidFill>
                <a:latin typeface="Arial"/>
                <a:ea typeface="Arial"/>
                <a:cs typeface="Arial"/>
              </a:rPr>
              <a:t>Current isolated regression suite</a:t>
            </a:r>
          </a:p>
        </p:txBody>
      </p:sp>
      <p:sp>
        <p:nvSpPr>
          <p:cNvPr id="6" name="">
            <a:extLst xmlns:a="http://schemas.openxmlformats.org/drawingml/2006/main">
              <a:ext uri="{FF2B5EF4-FFF2-40B4-BE49-F238E27FC236}">
                <a16:creationId xmlns:a16="http://schemas.microsoft.com/office/drawing/2014/main" id="{927F9BED-7B26-4DA7-9BED-E6DF44B1FD09}"/>
              </a:ext>
            </a:extLst>
          </p:cNvPr>
          <p:cNvSpPr>
            <a:spLocks xmlns:a="http://schemas.openxmlformats.org/drawingml/2006/main" noGrp="1"/>
          </p:cNvSpPr>
          <p:nvPr/>
        </p:nvSpPr>
        <p:spPr>
          <a:xfrm xmlns:a="http://schemas.openxmlformats.org/drawingml/2006/main">
            <a:off x="685800" y="29527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18 frontend tests</a:t>
            </a:r>
          </a:p>
        </p:txBody>
      </p:sp>
      <p:sp>
        <p:nvSpPr>
          <p:cNvPr id="7" name="">
            <a:extLst xmlns:a="http://schemas.openxmlformats.org/drawingml/2006/main">
              <a:ext uri="{FF2B5EF4-FFF2-40B4-BE49-F238E27FC236}">
                <a16:creationId xmlns:a16="http://schemas.microsoft.com/office/drawing/2014/main" id="{38A4B96E-1DA8-461A-A6B1-C8277D78B78A}"/>
              </a:ext>
            </a:extLst>
          </p:cNvPr>
          <p:cNvSpPr>
            <a:spLocks xmlns:a="http://schemas.openxmlformats.org/drawingml/2006/main" noGrp="1"/>
          </p:cNvSpPr>
          <p:nvPr/>
        </p:nvSpPr>
        <p:spPr>
          <a:xfrm xmlns:a="http://schemas.openxmlformats.org/drawingml/2006/main">
            <a:off x="5381625" y="299085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2B27"/>
                </a:solidFill>
                <a:latin typeface="Arial"/>
                <a:ea typeface="Arial"/>
                <a:cs typeface="Arial"/>
              </a:defRPr>
            </a:defPPr>
            <a:lvl1pPr>
              <a:defRPr sz="2025" b="0">
                <a:solidFill>
                  <a:srgbClr val="232B27"/>
                </a:solidFill>
                <a:latin typeface="Arial"/>
                <a:ea typeface="Arial"/>
                <a:cs typeface="Arial"/>
              </a:defRPr>
            </a:lvl1pPr>
            <a:lvl2pPr>
              <a:defRPr sz="2025" b="0">
                <a:solidFill>
                  <a:srgbClr val="232B27"/>
                </a:solidFill>
                <a:latin typeface="Arial"/>
                <a:ea typeface="Arial"/>
                <a:cs typeface="Arial"/>
              </a:defRPr>
            </a:lvl2pPr>
            <a:lvl3pPr>
              <a:defRPr sz="2025" b="0">
                <a:solidFill>
                  <a:srgbClr val="232B27"/>
                </a:solidFill>
                <a:latin typeface="Arial"/>
                <a:ea typeface="Arial"/>
                <a:cs typeface="Arial"/>
              </a:defRPr>
            </a:lvl3pPr>
            <a:lvl4pPr>
              <a:defRPr sz="2025" b="0">
                <a:solidFill>
                  <a:srgbClr val="232B27"/>
                </a:solidFill>
                <a:latin typeface="Arial"/>
                <a:ea typeface="Arial"/>
                <a:cs typeface="Arial"/>
              </a:defRPr>
            </a:lvl4pPr>
            <a:lvl5pPr>
              <a:defRPr sz="2025" b="0">
                <a:solidFill>
                  <a:srgbClr val="232B27"/>
                </a:solidFill>
                <a:latin typeface="Arial"/>
                <a:ea typeface="Arial"/>
                <a:cs typeface="Arial"/>
              </a:defRPr>
            </a:lvl5pPr>
            <a:lvl6pPr>
              <a:defRPr sz="2025" b="0">
                <a:solidFill>
                  <a:srgbClr val="232B27"/>
                </a:solidFill>
                <a:latin typeface="Arial"/>
                <a:ea typeface="Arial"/>
                <a:cs typeface="Arial"/>
              </a:defRPr>
            </a:lvl6pPr>
            <a:lvl7pPr>
              <a:defRPr sz="2025" b="0">
                <a:solidFill>
                  <a:srgbClr val="232B27"/>
                </a:solidFill>
                <a:latin typeface="Arial"/>
                <a:ea typeface="Arial"/>
                <a:cs typeface="Arial"/>
              </a:defRPr>
            </a:lvl7pPr>
            <a:lvl8pPr>
              <a:defRPr sz="2025" b="0">
                <a:solidFill>
                  <a:srgbClr val="232B27"/>
                </a:solidFill>
                <a:latin typeface="Arial"/>
                <a:ea typeface="Arial"/>
                <a:cs typeface="Arial"/>
              </a:defRPr>
            </a:lvl8pPr>
            <a:lvl9pPr>
              <a:defRPr sz="2025" b="0">
                <a:solidFill>
                  <a:srgbClr val="232B27"/>
                </a:solidFill>
                <a:latin typeface="Arial"/>
                <a:ea typeface="Arial"/>
                <a:cs typeface="Arial"/>
              </a:defRPr>
            </a:lvl9pPr>
          </a:lstStyle>
          <a:p xmlns:a="http://schemas.openxmlformats.org/drawingml/2006/main">
            <a:pPr>
              <a:defRPr sz="2025" b="0">
                <a:solidFill>
                  <a:srgbClr val="232B27"/>
                </a:solidFill>
                <a:latin typeface="Arial"/>
                <a:ea typeface="Arial"/>
                <a:cs typeface="Arial"/>
              </a:defRPr>
            </a:pPr>
            <a:r>
              <a:rPr sz="2025" b="0">
                <a:solidFill>
                  <a:srgbClr val="232B27"/>
                </a:solidFill>
                <a:latin typeface="Arial"/>
                <a:ea typeface="Arial"/>
                <a:cs typeface="Arial"/>
              </a:rPr>
              <a:t>Current UI/API component suite</a:t>
            </a:r>
          </a:p>
        </p:txBody>
      </p:sp>
      <p:sp>
        <p:nvSpPr>
          <p:cNvPr id="8" name="">
            <a:extLst xmlns:a="http://schemas.openxmlformats.org/drawingml/2006/main">
              <a:ext uri="{FF2B5EF4-FFF2-40B4-BE49-F238E27FC236}">
                <a16:creationId xmlns:a16="http://schemas.microsoft.com/office/drawing/2014/main" id="{FD21D784-6E43-4D91-8A75-862AD202ADCF}"/>
              </a:ext>
            </a:extLst>
          </p:cNvPr>
          <p:cNvSpPr>
            <a:spLocks xmlns:a="http://schemas.openxmlformats.org/drawingml/2006/main" noGrp="1"/>
          </p:cNvSpPr>
          <p:nvPr/>
        </p:nvSpPr>
        <p:spPr>
          <a:xfrm xmlns:a="http://schemas.openxmlformats.org/drawingml/2006/main">
            <a:off x="685800" y="38004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30 / 30 retrieval checks</a:t>
            </a:r>
          </a:p>
        </p:txBody>
      </p:sp>
      <p:sp>
        <p:nvSpPr>
          <p:cNvPr id="9" name="">
            <a:extLst xmlns:a="http://schemas.openxmlformats.org/drawingml/2006/main">
              <a:ext uri="{FF2B5EF4-FFF2-40B4-BE49-F238E27FC236}">
                <a16:creationId xmlns:a16="http://schemas.microsoft.com/office/drawing/2014/main" id="{8EE9E0E1-13D7-4192-A2EE-087E365CF713}"/>
              </a:ext>
            </a:extLst>
          </p:cNvPr>
          <p:cNvSpPr>
            <a:spLocks xmlns:a="http://schemas.openxmlformats.org/drawingml/2006/main" noGrp="1"/>
          </p:cNvSpPr>
          <p:nvPr/>
        </p:nvSpPr>
        <p:spPr>
          <a:xfrm xmlns:a="http://schemas.openxmlformats.org/drawingml/2006/main">
            <a:off x="5381625" y="3838575"/>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2B27"/>
                </a:solidFill>
                <a:latin typeface="Arial"/>
                <a:ea typeface="Arial"/>
                <a:cs typeface="Arial"/>
              </a:defRPr>
            </a:defPPr>
            <a:lvl1pPr>
              <a:defRPr sz="2025" b="0">
                <a:solidFill>
                  <a:srgbClr val="232B27"/>
                </a:solidFill>
                <a:latin typeface="Arial"/>
                <a:ea typeface="Arial"/>
                <a:cs typeface="Arial"/>
              </a:defRPr>
            </a:lvl1pPr>
            <a:lvl2pPr>
              <a:defRPr sz="2025" b="0">
                <a:solidFill>
                  <a:srgbClr val="232B27"/>
                </a:solidFill>
                <a:latin typeface="Arial"/>
                <a:ea typeface="Arial"/>
                <a:cs typeface="Arial"/>
              </a:defRPr>
            </a:lvl2pPr>
            <a:lvl3pPr>
              <a:defRPr sz="2025" b="0">
                <a:solidFill>
                  <a:srgbClr val="232B27"/>
                </a:solidFill>
                <a:latin typeface="Arial"/>
                <a:ea typeface="Arial"/>
                <a:cs typeface="Arial"/>
              </a:defRPr>
            </a:lvl3pPr>
            <a:lvl4pPr>
              <a:defRPr sz="2025" b="0">
                <a:solidFill>
                  <a:srgbClr val="232B27"/>
                </a:solidFill>
                <a:latin typeface="Arial"/>
                <a:ea typeface="Arial"/>
                <a:cs typeface="Arial"/>
              </a:defRPr>
            </a:lvl4pPr>
            <a:lvl5pPr>
              <a:defRPr sz="2025" b="0">
                <a:solidFill>
                  <a:srgbClr val="232B27"/>
                </a:solidFill>
                <a:latin typeface="Arial"/>
                <a:ea typeface="Arial"/>
                <a:cs typeface="Arial"/>
              </a:defRPr>
            </a:lvl5pPr>
            <a:lvl6pPr>
              <a:defRPr sz="2025" b="0">
                <a:solidFill>
                  <a:srgbClr val="232B27"/>
                </a:solidFill>
                <a:latin typeface="Arial"/>
                <a:ea typeface="Arial"/>
                <a:cs typeface="Arial"/>
              </a:defRPr>
            </a:lvl6pPr>
            <a:lvl7pPr>
              <a:defRPr sz="2025" b="0">
                <a:solidFill>
                  <a:srgbClr val="232B27"/>
                </a:solidFill>
                <a:latin typeface="Arial"/>
                <a:ea typeface="Arial"/>
                <a:cs typeface="Arial"/>
              </a:defRPr>
            </a:lvl7pPr>
            <a:lvl8pPr>
              <a:defRPr sz="2025" b="0">
                <a:solidFill>
                  <a:srgbClr val="232B27"/>
                </a:solidFill>
                <a:latin typeface="Arial"/>
                <a:ea typeface="Arial"/>
                <a:cs typeface="Arial"/>
              </a:defRPr>
            </a:lvl8pPr>
            <a:lvl9pPr>
              <a:defRPr sz="2025" b="0">
                <a:solidFill>
                  <a:srgbClr val="232B27"/>
                </a:solidFill>
                <a:latin typeface="Arial"/>
                <a:ea typeface="Arial"/>
                <a:cs typeface="Arial"/>
              </a:defRPr>
            </a:lvl9pPr>
          </a:lstStyle>
          <a:p xmlns:a="http://schemas.openxmlformats.org/drawingml/2006/main">
            <a:pPr>
              <a:defRPr sz="2025" b="0">
                <a:solidFill>
                  <a:srgbClr val="232B27"/>
                </a:solidFill>
                <a:latin typeface="Arial"/>
                <a:ea typeface="Arial"/>
                <a:cs typeface="Arial"/>
              </a:defRPr>
            </a:pPr>
            <a:r>
              <a:rPr sz="2025" b="0">
                <a:solidFill>
                  <a:srgbClr val="232B27"/>
                </a:solidFill>
                <a:latin typeface="Arial"/>
                <a:ea typeface="Arial"/>
                <a:cs typeface="Arial"/>
              </a:rPr>
              <a:t>Expected source family in top eight</a:t>
            </a:r>
          </a:p>
        </p:txBody>
      </p:sp>
      <p:sp>
        <p:nvSpPr>
          <p:cNvPr id="10" name="">
            <a:extLst xmlns:a="http://schemas.openxmlformats.org/drawingml/2006/main">
              <a:ext uri="{FF2B5EF4-FFF2-40B4-BE49-F238E27FC236}">
                <a16:creationId xmlns:a16="http://schemas.microsoft.com/office/drawing/2014/main" id="{13FA6FD9-8D51-43C4-9879-41119E09F780}"/>
              </a:ext>
            </a:extLst>
          </p:cNvPr>
          <p:cNvSpPr>
            <a:spLocks xmlns:a="http://schemas.openxmlformats.org/drawingml/2006/main" noGrp="1"/>
          </p:cNvSpPr>
          <p:nvPr/>
        </p:nvSpPr>
        <p:spPr>
          <a:xfrm xmlns:a="http://schemas.openxmlformats.org/drawingml/2006/main">
            <a:off x="685800" y="46482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12 / 12 live checks</a:t>
            </a:r>
          </a:p>
        </p:txBody>
      </p:sp>
      <p:sp>
        <p:nvSpPr>
          <p:cNvPr id="11" name="">
            <a:extLst xmlns:a="http://schemas.openxmlformats.org/drawingml/2006/main">
              <a:ext uri="{FF2B5EF4-FFF2-40B4-BE49-F238E27FC236}">
                <a16:creationId xmlns:a16="http://schemas.microsoft.com/office/drawing/2014/main" id="{4116E5BC-F8D8-44B4-B916-B284986F1765}"/>
              </a:ext>
            </a:extLst>
          </p:cNvPr>
          <p:cNvSpPr>
            <a:spLocks xmlns:a="http://schemas.openxmlformats.org/drawingml/2006/main" noGrp="1"/>
          </p:cNvSpPr>
          <p:nvPr/>
        </p:nvSpPr>
        <p:spPr>
          <a:xfrm xmlns:a="http://schemas.openxmlformats.org/drawingml/2006/main">
            <a:off x="5381625" y="46863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2B27"/>
                </a:solidFill>
                <a:latin typeface="Arial"/>
                <a:ea typeface="Arial"/>
                <a:cs typeface="Arial"/>
              </a:defRPr>
            </a:defPPr>
            <a:lvl1pPr>
              <a:defRPr sz="2025" b="0">
                <a:solidFill>
                  <a:srgbClr val="232B27"/>
                </a:solidFill>
                <a:latin typeface="Arial"/>
                <a:ea typeface="Arial"/>
                <a:cs typeface="Arial"/>
              </a:defRPr>
            </a:lvl1pPr>
            <a:lvl2pPr>
              <a:defRPr sz="2025" b="0">
                <a:solidFill>
                  <a:srgbClr val="232B27"/>
                </a:solidFill>
                <a:latin typeface="Arial"/>
                <a:ea typeface="Arial"/>
                <a:cs typeface="Arial"/>
              </a:defRPr>
            </a:lvl2pPr>
            <a:lvl3pPr>
              <a:defRPr sz="2025" b="0">
                <a:solidFill>
                  <a:srgbClr val="232B27"/>
                </a:solidFill>
                <a:latin typeface="Arial"/>
                <a:ea typeface="Arial"/>
                <a:cs typeface="Arial"/>
              </a:defRPr>
            </a:lvl3pPr>
            <a:lvl4pPr>
              <a:defRPr sz="2025" b="0">
                <a:solidFill>
                  <a:srgbClr val="232B27"/>
                </a:solidFill>
                <a:latin typeface="Arial"/>
                <a:ea typeface="Arial"/>
                <a:cs typeface="Arial"/>
              </a:defRPr>
            </a:lvl4pPr>
            <a:lvl5pPr>
              <a:defRPr sz="2025" b="0">
                <a:solidFill>
                  <a:srgbClr val="232B27"/>
                </a:solidFill>
                <a:latin typeface="Arial"/>
                <a:ea typeface="Arial"/>
                <a:cs typeface="Arial"/>
              </a:defRPr>
            </a:lvl5pPr>
            <a:lvl6pPr>
              <a:defRPr sz="2025" b="0">
                <a:solidFill>
                  <a:srgbClr val="232B27"/>
                </a:solidFill>
                <a:latin typeface="Arial"/>
                <a:ea typeface="Arial"/>
                <a:cs typeface="Arial"/>
              </a:defRPr>
            </a:lvl6pPr>
            <a:lvl7pPr>
              <a:defRPr sz="2025" b="0">
                <a:solidFill>
                  <a:srgbClr val="232B27"/>
                </a:solidFill>
                <a:latin typeface="Arial"/>
                <a:ea typeface="Arial"/>
                <a:cs typeface="Arial"/>
              </a:defRPr>
            </a:lvl7pPr>
            <a:lvl8pPr>
              <a:defRPr sz="2025" b="0">
                <a:solidFill>
                  <a:srgbClr val="232B27"/>
                </a:solidFill>
                <a:latin typeface="Arial"/>
                <a:ea typeface="Arial"/>
                <a:cs typeface="Arial"/>
              </a:defRPr>
            </a:lvl8pPr>
            <a:lvl9pPr>
              <a:defRPr sz="2025" b="0">
                <a:solidFill>
                  <a:srgbClr val="232B27"/>
                </a:solidFill>
                <a:latin typeface="Arial"/>
                <a:ea typeface="Arial"/>
                <a:cs typeface="Arial"/>
              </a:defRPr>
            </a:lvl9pPr>
          </a:lstStyle>
          <a:p xmlns:a="http://schemas.openxmlformats.org/drawingml/2006/main">
            <a:pPr>
              <a:defRPr sz="2025" b="0">
                <a:solidFill>
                  <a:srgbClr val="232B27"/>
                </a:solidFill>
                <a:latin typeface="Arial"/>
                <a:ea typeface="Arial"/>
                <a:cs typeface="Arial"/>
              </a:defRPr>
            </a:pPr>
            <a:r>
              <a:rPr sz="2025" b="0">
                <a:solidFill>
                  <a:srgbClr val="232B27"/>
                </a:solidFill>
                <a:latin typeface="Arial"/>
                <a:ea typeface="Arial"/>
                <a:cs typeface="Arial"/>
              </a:rPr>
              <a:t>Recorded outcome and source-family checks</a:t>
            </a:r>
          </a:p>
        </p:txBody>
      </p:sp>
      <p:sp>
        <p:nvSpPr>
          <p:cNvPr id="12" name="">
            <a:extLst xmlns:a="http://schemas.openxmlformats.org/drawingml/2006/main">
              <a:ext uri="{FF2B5EF4-FFF2-40B4-BE49-F238E27FC236}">
                <a16:creationId xmlns:a16="http://schemas.microsoft.com/office/drawing/2014/main" id="{23FE8EDC-EF8C-4BEC-9B1C-AA89A8484335}"/>
              </a:ext>
            </a:extLst>
          </p:cNvPr>
          <p:cNvSpPr>
            <a:spLocks xmlns:a="http://schemas.openxmlformats.org/drawingml/2006/main" noGrp="1"/>
          </p:cNvSpPr>
          <p:nvPr/>
        </p:nvSpPr>
        <p:spPr>
          <a:xfrm xmlns:a="http://schemas.openxmlformats.org/drawingml/2006/main">
            <a:off x="685800" y="56483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6861"/>
                </a:solidFill>
                <a:latin typeface="Arial"/>
                <a:ea typeface="Arial"/>
                <a:cs typeface="Arial"/>
              </a:defRPr>
            </a:defPPr>
            <a:lvl1pPr>
              <a:defRPr sz="1725" b="0">
                <a:solidFill>
                  <a:srgbClr val="606861"/>
                </a:solidFill>
                <a:latin typeface="Arial"/>
                <a:ea typeface="Arial"/>
                <a:cs typeface="Arial"/>
              </a:defRPr>
            </a:lvl1pPr>
            <a:lvl2pPr>
              <a:defRPr sz="1725" b="0">
                <a:solidFill>
                  <a:srgbClr val="606861"/>
                </a:solidFill>
                <a:latin typeface="Arial"/>
                <a:ea typeface="Arial"/>
                <a:cs typeface="Arial"/>
              </a:defRPr>
            </a:lvl2pPr>
            <a:lvl3pPr>
              <a:defRPr sz="1725" b="0">
                <a:solidFill>
                  <a:srgbClr val="606861"/>
                </a:solidFill>
                <a:latin typeface="Arial"/>
                <a:ea typeface="Arial"/>
                <a:cs typeface="Arial"/>
              </a:defRPr>
            </a:lvl3pPr>
            <a:lvl4pPr>
              <a:defRPr sz="1725" b="0">
                <a:solidFill>
                  <a:srgbClr val="606861"/>
                </a:solidFill>
                <a:latin typeface="Arial"/>
                <a:ea typeface="Arial"/>
                <a:cs typeface="Arial"/>
              </a:defRPr>
            </a:lvl4pPr>
            <a:lvl5pPr>
              <a:defRPr sz="1725" b="0">
                <a:solidFill>
                  <a:srgbClr val="606861"/>
                </a:solidFill>
                <a:latin typeface="Arial"/>
                <a:ea typeface="Arial"/>
                <a:cs typeface="Arial"/>
              </a:defRPr>
            </a:lvl5pPr>
            <a:lvl6pPr>
              <a:defRPr sz="1725" b="0">
                <a:solidFill>
                  <a:srgbClr val="606861"/>
                </a:solidFill>
                <a:latin typeface="Arial"/>
                <a:ea typeface="Arial"/>
                <a:cs typeface="Arial"/>
              </a:defRPr>
            </a:lvl6pPr>
            <a:lvl7pPr>
              <a:defRPr sz="1725" b="0">
                <a:solidFill>
                  <a:srgbClr val="606861"/>
                </a:solidFill>
                <a:latin typeface="Arial"/>
                <a:ea typeface="Arial"/>
                <a:cs typeface="Arial"/>
              </a:defRPr>
            </a:lvl7pPr>
            <a:lvl8pPr>
              <a:defRPr sz="1725" b="0">
                <a:solidFill>
                  <a:srgbClr val="606861"/>
                </a:solidFill>
                <a:latin typeface="Arial"/>
                <a:ea typeface="Arial"/>
                <a:cs typeface="Arial"/>
              </a:defRPr>
            </a:lvl8pPr>
            <a:lvl9pPr>
              <a:defRPr sz="1725" b="0">
                <a:solidFill>
                  <a:srgbClr val="606861"/>
                </a:solidFill>
                <a:latin typeface="Arial"/>
                <a:ea typeface="Arial"/>
                <a:cs typeface="Arial"/>
              </a:defRPr>
            </a:lvl9pPr>
          </a:lstStyle>
          <a:p xmlns:a="http://schemas.openxmlformats.org/drawingml/2006/main">
            <a:pPr>
              <a:defRPr sz="1725" b="0">
                <a:solidFill>
                  <a:srgbClr val="606861"/>
                </a:solidFill>
                <a:latin typeface="Arial"/>
                <a:ea typeface="Arial"/>
                <a:cs typeface="Arial"/>
              </a:defRPr>
            </a:pPr>
            <a:r>
              <a:rPr sz="1725" b="0">
                <a:solidFill>
                  <a:srgbClr val="606861"/>
                </a:solidFill>
                <a:latin typeface="Arial"/>
                <a:ea typeface="Arial"/>
                <a:cs typeface="Arial"/>
              </a:rPr>
              <a:t>Recorded consent regression: eight turns, one ticket only after confirmation.</a:t>
            </a:r>
          </a:p>
          <a:p xmlns:a="http://schemas.openxmlformats.org/drawingml/2006/main">
            <a:pPr>
              <a:defRPr sz="1725" b="0">
                <a:solidFill>
                  <a:srgbClr val="606861"/>
                </a:solidFill>
                <a:latin typeface="Arial"/>
                <a:ea typeface="Arial"/>
                <a:cs typeface="Arial"/>
              </a:defRPr>
            </a:pPr>
            <a:r>
              <a:rPr sz="1725" b="0">
                <a:solidFill>
                  <a:srgbClr val="606861"/>
                </a:solidFill>
                <a:latin typeface="Arial"/>
                <a:ea typeface="Arial"/>
                <a:cs typeface="Arial"/>
              </a:rPr>
              <a:t>These checks do not establish universal factual accuracy.</a:t>
            </a:r>
          </a:p>
        </p:txBody>
      </p:sp>
    </p:spTree>
    <p:extLst>
      <p:ext uri="{BB962C8B-B14F-4D97-AF65-F5344CB8AC3E}">
        <p14:creationId xmlns:p14="http://schemas.microsoft.com/office/powerpoint/2010/main" val="1124076666"/>
      </p:ext>
    </p:extLst>
  </p:cSld>
</p:sld>
</file>

<file path=ppt/slides/slide9.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AC50ED-CA25-4732-9D81-0C4C71082BC1}"/>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04  EVALUATION</a:t>
            </a:r>
          </a:p>
        </p:txBody>
      </p:sp>
      <p:sp>
        <p:nvSpPr>
          <p:cNvPr id="2" name="">
            <a:extLst xmlns:a="http://schemas.openxmlformats.org/drawingml/2006/main">
              <a:ext uri="{FF2B5EF4-FFF2-40B4-BE49-F238E27FC236}">
                <a16:creationId xmlns:a16="http://schemas.microsoft.com/office/drawing/2014/main" id="{99C9E53C-05FB-423D-8391-0D42D2467500}"/>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Implemented safeguards and current limits</a:t>
            </a:r>
          </a:p>
        </p:txBody>
      </p:sp>
      <p:sp>
        <p:nvSpPr>
          <p:cNvPr id="3" name="">
            <a:extLst xmlns:a="http://schemas.openxmlformats.org/drawingml/2006/main">
              <a:ext uri="{FF2B5EF4-FFF2-40B4-BE49-F238E27FC236}">
                <a16:creationId xmlns:a16="http://schemas.microsoft.com/office/drawing/2014/main" id="{28F05580-5271-46E8-9567-1C44BC71EDE2}"/>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09</a:t>
            </a:r>
          </a:p>
        </p:txBody>
      </p:sp>
      <p:sp>
        <p:nvSpPr>
          <p:cNvPr id="4" name="">
            <a:extLst xmlns:a="http://schemas.openxmlformats.org/drawingml/2006/main">
              <a:ext uri="{FF2B5EF4-FFF2-40B4-BE49-F238E27FC236}">
                <a16:creationId xmlns:a16="http://schemas.microsoft.com/office/drawing/2014/main" id="{B69056B0-BBC0-47C9-BCBC-36528D9FC798}"/>
              </a:ext>
            </a:extLst>
          </p:cNvPr>
          <p:cNvSpPr>
            <a:spLocks xmlns:a="http://schemas.openxmlformats.org/drawingml/2006/main" noGrp="1"/>
          </p:cNvSpPr>
          <p:nvPr/>
        </p:nvSpPr>
        <p:spPr>
          <a:xfrm xmlns:a="http://schemas.openxmlformats.org/drawingml/2006/main">
            <a:off x="685800" y="212407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CA8465EB-B1A5-4205-9120-35676954091B}"/>
              </a:ext>
            </a:extLst>
          </p:cNvPr>
          <p:cNvSpPr>
            <a:spLocks xmlns:a="http://schemas.openxmlformats.org/drawingml/2006/main" noGrp="1"/>
          </p:cNvSpPr>
          <p:nvPr/>
        </p:nvSpPr>
        <p:spPr>
          <a:xfrm xmlns:a="http://schemas.openxmlformats.org/drawingml/2006/main">
            <a:off x="685800" y="2781300"/>
            <a:ext cx="5095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2B27"/>
                </a:solidFill>
                <a:latin typeface="Arial"/>
                <a:ea typeface="Arial"/>
                <a:cs typeface="Arial"/>
              </a:defRPr>
            </a:defPPr>
            <a:lvl1pPr>
              <a:defRPr sz="2100" b="0">
                <a:solidFill>
                  <a:srgbClr val="232B27"/>
                </a:solidFill>
                <a:latin typeface="Arial"/>
                <a:ea typeface="Arial"/>
                <a:cs typeface="Arial"/>
              </a:defRPr>
            </a:lvl1pPr>
            <a:lvl2pPr>
              <a:defRPr sz="2100" b="0">
                <a:solidFill>
                  <a:srgbClr val="232B27"/>
                </a:solidFill>
                <a:latin typeface="Arial"/>
                <a:ea typeface="Arial"/>
                <a:cs typeface="Arial"/>
              </a:defRPr>
            </a:lvl2pPr>
            <a:lvl3pPr>
              <a:defRPr sz="2100" b="0">
                <a:solidFill>
                  <a:srgbClr val="232B27"/>
                </a:solidFill>
                <a:latin typeface="Arial"/>
                <a:ea typeface="Arial"/>
                <a:cs typeface="Arial"/>
              </a:defRPr>
            </a:lvl3pPr>
            <a:lvl4pPr>
              <a:defRPr sz="2100" b="0">
                <a:solidFill>
                  <a:srgbClr val="232B27"/>
                </a:solidFill>
                <a:latin typeface="Arial"/>
                <a:ea typeface="Arial"/>
                <a:cs typeface="Arial"/>
              </a:defRPr>
            </a:lvl4pPr>
            <a:lvl5pPr>
              <a:defRPr sz="2100" b="0">
                <a:solidFill>
                  <a:srgbClr val="232B27"/>
                </a:solidFill>
                <a:latin typeface="Arial"/>
                <a:ea typeface="Arial"/>
                <a:cs typeface="Arial"/>
              </a:defRPr>
            </a:lvl5pPr>
            <a:lvl6pPr>
              <a:defRPr sz="2100" b="0">
                <a:solidFill>
                  <a:srgbClr val="232B27"/>
                </a:solidFill>
                <a:latin typeface="Arial"/>
                <a:ea typeface="Arial"/>
                <a:cs typeface="Arial"/>
              </a:defRPr>
            </a:lvl6pPr>
            <a:lvl7pPr>
              <a:defRPr sz="2100" b="0">
                <a:solidFill>
                  <a:srgbClr val="232B27"/>
                </a:solidFill>
                <a:latin typeface="Arial"/>
                <a:ea typeface="Arial"/>
                <a:cs typeface="Arial"/>
              </a:defRPr>
            </a:lvl7pPr>
            <a:lvl8pPr>
              <a:defRPr sz="2100" b="0">
                <a:solidFill>
                  <a:srgbClr val="232B27"/>
                </a:solidFill>
                <a:latin typeface="Arial"/>
                <a:ea typeface="Arial"/>
                <a:cs typeface="Arial"/>
              </a:defRPr>
            </a:lvl8pPr>
            <a:lvl9pPr>
              <a:defRPr sz="2100" b="0">
                <a:solidFill>
                  <a:srgbClr val="232B27"/>
                </a:solidFill>
                <a:latin typeface="Arial"/>
                <a:ea typeface="Arial"/>
                <a:cs typeface="Arial"/>
              </a:defRPr>
            </a:lvl9pPr>
          </a:lstStyle>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Approved-source retrieval</a:t>
            </a:r>
          </a:p>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Citation-ID validation and bounded repair</a:t>
            </a:r>
          </a:p>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History-based follow-up resolution</a:t>
            </a:r>
          </a:p>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Message-specific ticket confirmation</a:t>
            </a:r>
          </a:p>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Visible service and persistence errors</a:t>
            </a:r>
          </a:p>
        </p:txBody>
      </p:sp>
      <p:sp>
        <p:nvSpPr>
          <p:cNvPr id="6" name="">
            <a:extLst xmlns:a="http://schemas.openxmlformats.org/drawingml/2006/main">
              <a:ext uri="{FF2B5EF4-FFF2-40B4-BE49-F238E27FC236}">
                <a16:creationId xmlns:a16="http://schemas.microsoft.com/office/drawing/2014/main" id="{6DC2E2DC-FCDB-40D5-85CD-91257E973864}"/>
              </a:ext>
            </a:extLst>
          </p:cNvPr>
          <p:cNvSpPr>
            <a:spLocks xmlns:a="http://schemas.openxmlformats.org/drawingml/2006/main" noGrp="1"/>
          </p:cNvSpPr>
          <p:nvPr/>
        </p:nvSpPr>
        <p:spPr>
          <a:xfrm xmlns:a="http://schemas.openxmlformats.org/drawingml/2006/main">
            <a:off x="6610350" y="212407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Current limits</a:t>
            </a:r>
          </a:p>
        </p:txBody>
      </p:sp>
      <p:sp>
        <p:nvSpPr>
          <p:cNvPr id="7" name="">
            <a:extLst xmlns:a="http://schemas.openxmlformats.org/drawingml/2006/main">
              <a:ext uri="{FF2B5EF4-FFF2-40B4-BE49-F238E27FC236}">
                <a16:creationId xmlns:a16="http://schemas.microsoft.com/office/drawing/2014/main" id="{185F433C-4535-4FEF-AECE-C4A0B9523390}"/>
              </a:ext>
            </a:extLst>
          </p:cNvPr>
          <p:cNvSpPr>
            <a:spLocks xmlns:a="http://schemas.openxmlformats.org/drawingml/2006/main" noGrp="1"/>
          </p:cNvSpPr>
          <p:nvPr/>
        </p:nvSpPr>
        <p:spPr>
          <a:xfrm xmlns:a="http://schemas.openxmlformats.org/drawingml/2006/main">
            <a:off x="6610350" y="2781300"/>
            <a:ext cx="4905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2B27"/>
                </a:solidFill>
                <a:latin typeface="Arial"/>
                <a:ea typeface="Arial"/>
                <a:cs typeface="Arial"/>
              </a:defRPr>
            </a:defPPr>
            <a:lvl1pPr>
              <a:defRPr sz="2100" b="0">
                <a:solidFill>
                  <a:srgbClr val="232B27"/>
                </a:solidFill>
                <a:latin typeface="Arial"/>
                <a:ea typeface="Arial"/>
                <a:cs typeface="Arial"/>
              </a:defRPr>
            </a:lvl1pPr>
            <a:lvl2pPr>
              <a:defRPr sz="2100" b="0">
                <a:solidFill>
                  <a:srgbClr val="232B27"/>
                </a:solidFill>
                <a:latin typeface="Arial"/>
                <a:ea typeface="Arial"/>
                <a:cs typeface="Arial"/>
              </a:defRPr>
            </a:lvl2pPr>
            <a:lvl3pPr>
              <a:defRPr sz="2100" b="0">
                <a:solidFill>
                  <a:srgbClr val="232B27"/>
                </a:solidFill>
                <a:latin typeface="Arial"/>
                <a:ea typeface="Arial"/>
                <a:cs typeface="Arial"/>
              </a:defRPr>
            </a:lvl3pPr>
            <a:lvl4pPr>
              <a:defRPr sz="2100" b="0">
                <a:solidFill>
                  <a:srgbClr val="232B27"/>
                </a:solidFill>
                <a:latin typeface="Arial"/>
                <a:ea typeface="Arial"/>
                <a:cs typeface="Arial"/>
              </a:defRPr>
            </a:lvl4pPr>
            <a:lvl5pPr>
              <a:defRPr sz="2100" b="0">
                <a:solidFill>
                  <a:srgbClr val="232B27"/>
                </a:solidFill>
                <a:latin typeface="Arial"/>
                <a:ea typeface="Arial"/>
                <a:cs typeface="Arial"/>
              </a:defRPr>
            </a:lvl5pPr>
            <a:lvl6pPr>
              <a:defRPr sz="2100" b="0">
                <a:solidFill>
                  <a:srgbClr val="232B27"/>
                </a:solidFill>
                <a:latin typeface="Arial"/>
                <a:ea typeface="Arial"/>
                <a:cs typeface="Arial"/>
              </a:defRPr>
            </a:lvl6pPr>
            <a:lvl7pPr>
              <a:defRPr sz="2100" b="0">
                <a:solidFill>
                  <a:srgbClr val="232B27"/>
                </a:solidFill>
                <a:latin typeface="Arial"/>
                <a:ea typeface="Arial"/>
                <a:cs typeface="Arial"/>
              </a:defRPr>
            </a:lvl7pPr>
            <a:lvl8pPr>
              <a:defRPr sz="2100" b="0">
                <a:solidFill>
                  <a:srgbClr val="232B27"/>
                </a:solidFill>
                <a:latin typeface="Arial"/>
                <a:ea typeface="Arial"/>
                <a:cs typeface="Arial"/>
              </a:defRPr>
            </a:lvl8pPr>
            <a:lvl9pPr>
              <a:defRPr sz="2100" b="0">
                <a:solidFill>
                  <a:srgbClr val="232B27"/>
                </a:solidFill>
                <a:latin typeface="Arial"/>
                <a:ea typeface="Arial"/>
                <a:cs typeface="Arial"/>
              </a:defRPr>
            </a:lvl9pPr>
          </a:lstStyle>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Bounded conversation memory</a:t>
            </a:r>
          </a:p>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Manual source refresh and OCR risk</a:t>
            </a:r>
          </a:p>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No student identity or private records</a:t>
            </a:r>
          </a:p>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No staff replies or notifications</a:t>
            </a:r>
          </a:p>
          <a:p xmlns:a="http://schemas.openxmlformats.org/drawingml/2006/main">
            <a:pPr>
              <a:defRPr sz="2100" b="0">
                <a:solidFill>
                  <a:srgbClr val="232B27"/>
                </a:solidFill>
                <a:latin typeface="Arial"/>
                <a:ea typeface="Arial"/>
                <a:cs typeface="Arial"/>
              </a:defRPr>
            </a:pPr>
            <a:r>
              <a:rPr sz="2100" b="0">
                <a:solidFill>
                  <a:srgbClr val="232B27"/>
                </a:solidFill>
                <a:latin typeface="Arial"/>
                <a:ea typeface="Arial"/>
                <a:cs typeface="Arial"/>
              </a:rPr>
              <a:t>Latest hosted fix verification pending</a:t>
            </a:r>
          </a:p>
        </p:txBody>
      </p:sp>
    </p:spTree>
    <p:extLst>
      <p:ext uri="{BB962C8B-B14F-4D97-AF65-F5344CB8AC3E}">
        <p14:creationId xmlns:p14="http://schemas.microsoft.com/office/powerpoint/2010/main" val="1159558108"/>
      </p:ext>
    </p:extLst>
  </p:cSld>
</p:sld>
</file>

<file path=ppt/slides/slide10.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14E0F1-89A5-4671-9FF6-40BDCC0C6202}"/>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05  FUTURE WORK</a:t>
            </a:r>
          </a:p>
        </p:txBody>
      </p:sp>
      <p:sp>
        <p:nvSpPr>
          <p:cNvPr id="2" name="">
            <a:extLst xmlns:a="http://schemas.openxmlformats.org/drawingml/2006/main">
              <a:ext uri="{FF2B5EF4-FFF2-40B4-BE49-F238E27FC236}">
                <a16:creationId xmlns:a16="http://schemas.microsoft.com/office/drawing/2014/main" id="{9105B820-ACD0-458F-8247-A4ECAF1632DF}"/>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Proposed next steps</a:t>
            </a:r>
          </a:p>
        </p:txBody>
      </p:sp>
      <p:sp>
        <p:nvSpPr>
          <p:cNvPr id="3" name="">
            <a:extLst xmlns:a="http://schemas.openxmlformats.org/drawingml/2006/main">
              <a:ext uri="{FF2B5EF4-FFF2-40B4-BE49-F238E27FC236}">
                <a16:creationId xmlns:a16="http://schemas.microsoft.com/office/drawing/2014/main" id="{9F12AC36-EF61-42D5-9CA2-5F6945119EC1}"/>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10</a:t>
            </a:r>
          </a:p>
        </p:txBody>
      </p:sp>
      <p:sp>
        <p:nvSpPr>
          <p:cNvPr id="4" name="">
            <a:extLst xmlns:a="http://schemas.openxmlformats.org/drawingml/2006/main">
              <a:ext uri="{FF2B5EF4-FFF2-40B4-BE49-F238E27FC236}">
                <a16:creationId xmlns:a16="http://schemas.microsoft.com/office/drawing/2014/main" id="{795BF120-EC94-40B5-8ABC-C21FE7363CDD}"/>
              </a:ext>
            </a:extLst>
          </p:cNvPr>
          <p:cNvSpPr>
            <a:spLocks xmlns:a="http://schemas.openxmlformats.org/drawingml/2006/main" noGrp="1"/>
          </p:cNvSpPr>
          <p:nvPr/>
        </p:nvSpPr>
        <p:spPr>
          <a:xfrm xmlns:a="http://schemas.openxmlformats.org/drawingml/2006/main">
            <a:off x="685800" y="2133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42384A6-4B91-4D78-AB60-516002BE1E1D}"/>
              </a:ext>
            </a:extLst>
          </p:cNvPr>
          <p:cNvSpPr>
            <a:spLocks xmlns:a="http://schemas.openxmlformats.org/drawingml/2006/main" noGrp="1"/>
          </p:cNvSpPr>
          <p:nvPr/>
        </p:nvSpPr>
        <p:spPr>
          <a:xfrm xmlns:a="http://schemas.openxmlformats.org/drawingml/2006/main">
            <a:off x="1504950" y="21336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Before a campus pilot</a:t>
            </a:r>
          </a:p>
        </p:txBody>
      </p:sp>
      <p:sp>
        <p:nvSpPr>
          <p:cNvPr id="6" name="">
            <a:extLst xmlns:a="http://schemas.openxmlformats.org/drawingml/2006/main">
              <a:ext uri="{FF2B5EF4-FFF2-40B4-BE49-F238E27FC236}">
                <a16:creationId xmlns:a16="http://schemas.microsoft.com/office/drawing/2014/main" id="{AEFB5BB0-F11C-4DDA-85E0-B557309E4CB5}"/>
              </a:ext>
            </a:extLst>
          </p:cNvPr>
          <p:cNvSpPr>
            <a:spLocks xmlns:a="http://schemas.openxmlformats.org/drawingml/2006/main" noGrp="1"/>
          </p:cNvSpPr>
          <p:nvPr/>
        </p:nvSpPr>
        <p:spPr>
          <a:xfrm xmlns:a="http://schemas.openxmlformats.org/drawingml/2006/main">
            <a:off x="1504950" y="259080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Verify hosted flows, review sources with staff, add request limits and retention rules.</a:t>
            </a:r>
          </a:p>
        </p:txBody>
      </p:sp>
      <p:sp>
        <p:nvSpPr>
          <p:cNvPr id="7" name="">
            <a:extLst xmlns:a="http://schemas.openxmlformats.org/drawingml/2006/main">
              <a:ext uri="{FF2B5EF4-FFF2-40B4-BE49-F238E27FC236}">
                <a16:creationId xmlns:a16="http://schemas.microsoft.com/office/drawing/2014/main" id="{C0F114E4-FC77-4132-B302-AA8FCC3FC761}"/>
              </a:ext>
            </a:extLst>
          </p:cNvPr>
          <p:cNvSpPr>
            <a:spLocks xmlns:a="http://schemas.openxmlformats.org/drawingml/2006/main" noGrp="1"/>
          </p:cNvSpPr>
          <p:nvPr/>
        </p:nvSpPr>
        <p:spPr>
          <a:xfrm xmlns:a="http://schemas.openxmlformats.org/drawingml/2006/main">
            <a:off x="685800" y="34575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3702F21-65E1-4F6A-8EB6-E9FF8F36B80E}"/>
              </a:ext>
            </a:extLst>
          </p:cNvPr>
          <p:cNvSpPr>
            <a:spLocks xmlns:a="http://schemas.openxmlformats.org/drawingml/2006/main" noGrp="1"/>
          </p:cNvSpPr>
          <p:nvPr/>
        </p:nvSpPr>
        <p:spPr>
          <a:xfrm xmlns:a="http://schemas.openxmlformats.org/drawingml/2006/main">
            <a:off x="1504950" y="34575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Identity and communication</a:t>
            </a:r>
          </a:p>
        </p:txBody>
      </p:sp>
      <p:sp>
        <p:nvSpPr>
          <p:cNvPr id="9" name="">
            <a:extLst xmlns:a="http://schemas.openxmlformats.org/drawingml/2006/main">
              <a:ext uri="{FF2B5EF4-FFF2-40B4-BE49-F238E27FC236}">
                <a16:creationId xmlns:a16="http://schemas.microsoft.com/office/drawing/2014/main" id="{027FACF9-D2F0-42C7-A410-C35DD516967F}"/>
              </a:ext>
            </a:extLst>
          </p:cNvPr>
          <p:cNvSpPr>
            <a:spLocks xmlns:a="http://schemas.openxmlformats.org/drawingml/2006/main" noGrp="1"/>
          </p:cNvSpPr>
          <p:nvPr/>
        </p:nvSpPr>
        <p:spPr>
          <a:xfrm xmlns:a="http://schemas.openxmlformats.org/drawingml/2006/main">
            <a:off x="1504950" y="391477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Institutional SSO, role-based access, staff replies and student notifications.</a:t>
            </a:r>
          </a:p>
        </p:txBody>
      </p:sp>
      <p:sp>
        <p:nvSpPr>
          <p:cNvPr id="10" name="">
            <a:extLst xmlns:a="http://schemas.openxmlformats.org/drawingml/2006/main">
              <a:ext uri="{FF2B5EF4-FFF2-40B4-BE49-F238E27FC236}">
                <a16:creationId xmlns:a16="http://schemas.microsoft.com/office/drawing/2014/main" id="{97728595-853A-4355-A46B-A9FA5EA44977}"/>
              </a:ext>
            </a:extLst>
          </p:cNvPr>
          <p:cNvSpPr>
            <a:spLocks xmlns:a="http://schemas.openxmlformats.org/drawingml/2006/main" noGrp="1"/>
          </p:cNvSpPr>
          <p:nvPr/>
        </p:nvSpPr>
        <p:spPr>
          <a:xfrm xmlns:a="http://schemas.openxmlformats.org/drawingml/2006/main">
            <a:off x="685800" y="47815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F40"/>
                </a:solidFill>
                <a:latin typeface="Arial"/>
                <a:ea typeface="Arial"/>
                <a:cs typeface="Arial"/>
              </a:defRPr>
            </a:defPPr>
            <a:lvl1pPr>
              <a:defRPr sz="2250" b="1">
                <a:solidFill>
                  <a:srgbClr val="294F40"/>
                </a:solidFill>
                <a:latin typeface="Arial"/>
                <a:ea typeface="Arial"/>
                <a:cs typeface="Arial"/>
              </a:defRPr>
            </a:lvl1pPr>
            <a:lvl2pPr>
              <a:defRPr sz="2250" b="1">
                <a:solidFill>
                  <a:srgbClr val="294F40"/>
                </a:solidFill>
                <a:latin typeface="Arial"/>
                <a:ea typeface="Arial"/>
                <a:cs typeface="Arial"/>
              </a:defRPr>
            </a:lvl2pPr>
            <a:lvl3pPr>
              <a:defRPr sz="2250" b="1">
                <a:solidFill>
                  <a:srgbClr val="294F40"/>
                </a:solidFill>
                <a:latin typeface="Arial"/>
                <a:ea typeface="Arial"/>
                <a:cs typeface="Arial"/>
              </a:defRPr>
            </a:lvl3pPr>
            <a:lvl4pPr>
              <a:defRPr sz="2250" b="1">
                <a:solidFill>
                  <a:srgbClr val="294F40"/>
                </a:solidFill>
                <a:latin typeface="Arial"/>
                <a:ea typeface="Arial"/>
                <a:cs typeface="Arial"/>
              </a:defRPr>
            </a:lvl4pPr>
            <a:lvl5pPr>
              <a:defRPr sz="2250" b="1">
                <a:solidFill>
                  <a:srgbClr val="294F40"/>
                </a:solidFill>
                <a:latin typeface="Arial"/>
                <a:ea typeface="Arial"/>
                <a:cs typeface="Arial"/>
              </a:defRPr>
            </a:lvl5pPr>
            <a:lvl6pPr>
              <a:defRPr sz="2250" b="1">
                <a:solidFill>
                  <a:srgbClr val="294F40"/>
                </a:solidFill>
                <a:latin typeface="Arial"/>
                <a:ea typeface="Arial"/>
                <a:cs typeface="Arial"/>
              </a:defRPr>
            </a:lvl6pPr>
            <a:lvl7pPr>
              <a:defRPr sz="2250" b="1">
                <a:solidFill>
                  <a:srgbClr val="294F40"/>
                </a:solidFill>
                <a:latin typeface="Arial"/>
                <a:ea typeface="Arial"/>
                <a:cs typeface="Arial"/>
              </a:defRPr>
            </a:lvl7pPr>
            <a:lvl8pPr>
              <a:defRPr sz="2250" b="1">
                <a:solidFill>
                  <a:srgbClr val="294F40"/>
                </a:solidFill>
                <a:latin typeface="Arial"/>
                <a:ea typeface="Arial"/>
                <a:cs typeface="Arial"/>
              </a:defRPr>
            </a:lvl8pPr>
            <a:lvl9pPr>
              <a:defRPr sz="2250" b="1">
                <a:solidFill>
                  <a:srgbClr val="294F40"/>
                </a:solidFill>
                <a:latin typeface="Arial"/>
                <a:ea typeface="Arial"/>
                <a:cs typeface="Arial"/>
              </a:defRPr>
            </a:lvl9pPr>
          </a:lstStyle>
          <a:p xmlns:a="http://schemas.openxmlformats.org/drawingml/2006/main">
            <a:pPr>
              <a:defRPr sz="2250" b="1">
                <a:solidFill>
                  <a:srgbClr val="294F40"/>
                </a:solidFill>
                <a:latin typeface="Arial"/>
                <a:ea typeface="Arial"/>
                <a:cs typeface="Arial"/>
              </a:defRPr>
            </a:pPr>
            <a:r>
              <a:rPr sz="2250" b="1">
                <a:solidFill>
                  <a:srgbClr val="294F4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16173A3-E269-4ECD-9781-12A5602F7238}"/>
              </a:ext>
            </a:extLst>
          </p:cNvPr>
          <p:cNvSpPr>
            <a:spLocks xmlns:a="http://schemas.openxmlformats.org/drawingml/2006/main" noGrp="1"/>
          </p:cNvSpPr>
          <p:nvPr/>
        </p:nvSpPr>
        <p:spPr>
          <a:xfrm xmlns:a="http://schemas.openxmlformats.org/drawingml/2006/main">
            <a:off x="1504950" y="47815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Knowledge and evaluation</a:t>
            </a:r>
          </a:p>
        </p:txBody>
      </p:sp>
      <p:sp>
        <p:nvSpPr>
          <p:cNvPr id="12" name="">
            <a:extLst xmlns:a="http://schemas.openxmlformats.org/drawingml/2006/main">
              <a:ext uri="{FF2B5EF4-FFF2-40B4-BE49-F238E27FC236}">
                <a16:creationId xmlns:a16="http://schemas.microsoft.com/office/drawing/2014/main" id="{6C0F2F5D-7355-4B3C-8BFF-C8F1BCD99328}"/>
              </a:ext>
            </a:extLst>
          </p:cNvPr>
          <p:cNvSpPr>
            <a:spLocks xmlns:a="http://schemas.openxmlformats.org/drawingml/2006/main" noGrp="1"/>
          </p:cNvSpPr>
          <p:nvPr/>
        </p:nvSpPr>
        <p:spPr>
          <a:xfrm xmlns:a="http://schemas.openxmlformats.org/drawingml/2006/main">
            <a:off x="1504950" y="52387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6861"/>
                </a:solidFill>
                <a:latin typeface="Arial"/>
                <a:ea typeface="Arial"/>
                <a:cs typeface="Arial"/>
              </a:defRPr>
            </a:defPPr>
            <a:lvl1pPr>
              <a:defRPr sz="1875" b="0">
                <a:solidFill>
                  <a:srgbClr val="606861"/>
                </a:solidFill>
                <a:latin typeface="Arial"/>
                <a:ea typeface="Arial"/>
                <a:cs typeface="Arial"/>
              </a:defRPr>
            </a:lvl1pPr>
            <a:lvl2pPr>
              <a:defRPr sz="1875" b="0">
                <a:solidFill>
                  <a:srgbClr val="606861"/>
                </a:solidFill>
                <a:latin typeface="Arial"/>
                <a:ea typeface="Arial"/>
                <a:cs typeface="Arial"/>
              </a:defRPr>
            </a:lvl2pPr>
            <a:lvl3pPr>
              <a:defRPr sz="1875" b="0">
                <a:solidFill>
                  <a:srgbClr val="606861"/>
                </a:solidFill>
                <a:latin typeface="Arial"/>
                <a:ea typeface="Arial"/>
                <a:cs typeface="Arial"/>
              </a:defRPr>
            </a:lvl3pPr>
            <a:lvl4pPr>
              <a:defRPr sz="1875" b="0">
                <a:solidFill>
                  <a:srgbClr val="606861"/>
                </a:solidFill>
                <a:latin typeface="Arial"/>
                <a:ea typeface="Arial"/>
                <a:cs typeface="Arial"/>
              </a:defRPr>
            </a:lvl4pPr>
            <a:lvl5pPr>
              <a:defRPr sz="1875" b="0">
                <a:solidFill>
                  <a:srgbClr val="606861"/>
                </a:solidFill>
                <a:latin typeface="Arial"/>
                <a:ea typeface="Arial"/>
                <a:cs typeface="Arial"/>
              </a:defRPr>
            </a:lvl5pPr>
            <a:lvl6pPr>
              <a:defRPr sz="1875" b="0">
                <a:solidFill>
                  <a:srgbClr val="606861"/>
                </a:solidFill>
                <a:latin typeface="Arial"/>
                <a:ea typeface="Arial"/>
                <a:cs typeface="Arial"/>
              </a:defRPr>
            </a:lvl6pPr>
            <a:lvl7pPr>
              <a:defRPr sz="1875" b="0">
                <a:solidFill>
                  <a:srgbClr val="606861"/>
                </a:solidFill>
                <a:latin typeface="Arial"/>
                <a:ea typeface="Arial"/>
                <a:cs typeface="Arial"/>
              </a:defRPr>
            </a:lvl7pPr>
            <a:lvl8pPr>
              <a:defRPr sz="1875" b="0">
                <a:solidFill>
                  <a:srgbClr val="606861"/>
                </a:solidFill>
                <a:latin typeface="Arial"/>
                <a:ea typeface="Arial"/>
                <a:cs typeface="Arial"/>
              </a:defRPr>
            </a:lvl8pPr>
            <a:lvl9pPr>
              <a:defRPr sz="1875" b="0">
                <a:solidFill>
                  <a:srgbClr val="606861"/>
                </a:solidFill>
                <a:latin typeface="Arial"/>
                <a:ea typeface="Arial"/>
                <a:cs typeface="Arial"/>
              </a:defRPr>
            </a:lvl9pPr>
          </a:lstStyle>
          <a:p xmlns:a="http://schemas.openxmlformats.org/drawingml/2006/main">
            <a:pPr>
              <a:defRPr sz="1875" b="0">
                <a:solidFill>
                  <a:srgbClr val="606861"/>
                </a:solidFill>
                <a:latin typeface="Arial"/>
                <a:ea typeface="Arial"/>
                <a:cs typeface="Arial"/>
              </a:defRPr>
            </a:pPr>
            <a:r>
              <a:rPr sz="1875" b="0">
                <a:solidFill>
                  <a:srgbClr val="606861"/>
                </a:solidFill>
                <a:latin typeface="Arial"/>
                <a:ea typeface="Arial"/>
                <a:cs typeface="Arial"/>
              </a:rPr>
              <a:t>Scheduled refresh, source-change review and a human-labelled answer benchmark.</a:t>
            </a:r>
          </a:p>
        </p:txBody>
      </p:sp>
    </p:spTree>
    <p:extLst>
      <p:ext uri="{BB962C8B-B14F-4D97-AF65-F5344CB8AC3E}">
        <p14:creationId xmlns:p14="http://schemas.microsoft.com/office/powerpoint/2010/main" val="2026767100"/>
      </p:ext>
    </p:extLst>
  </p:cSld>
</p:sld>
</file>

<file path=ppt/slides/slide11.xml><?xml version="1.0" encoding="utf-8"?>
<p:sld xmlns:p="http://schemas.openxmlformats.org/presentationml/2006/main">
  <p:cSld>
    <p:bg>
      <p:bgPr>
        <a:solidFill xmlns:a="http://schemas.openxmlformats.org/drawingml/2006/main">
          <a:srgbClr val="294F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630290-2E11-4073-98ED-D296CBCFFEB3}"/>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DBE6DD"/>
                </a:solidFill>
                <a:latin typeface="Arial"/>
                <a:ea typeface="Arial"/>
                <a:cs typeface="Arial"/>
              </a:defRPr>
            </a:defPPr>
            <a:lvl1pPr>
              <a:defRPr sz="1350" b="1">
                <a:solidFill>
                  <a:srgbClr val="DBE6DD"/>
                </a:solidFill>
                <a:latin typeface="Arial"/>
                <a:ea typeface="Arial"/>
                <a:cs typeface="Arial"/>
              </a:defRPr>
            </a:lvl1pPr>
            <a:lvl2pPr>
              <a:defRPr sz="1350" b="1">
                <a:solidFill>
                  <a:srgbClr val="DBE6DD"/>
                </a:solidFill>
                <a:latin typeface="Arial"/>
                <a:ea typeface="Arial"/>
                <a:cs typeface="Arial"/>
              </a:defRPr>
            </a:lvl2pPr>
            <a:lvl3pPr>
              <a:defRPr sz="1350" b="1">
                <a:solidFill>
                  <a:srgbClr val="DBE6DD"/>
                </a:solidFill>
                <a:latin typeface="Arial"/>
                <a:ea typeface="Arial"/>
                <a:cs typeface="Arial"/>
              </a:defRPr>
            </a:lvl3pPr>
            <a:lvl4pPr>
              <a:defRPr sz="1350" b="1">
                <a:solidFill>
                  <a:srgbClr val="DBE6DD"/>
                </a:solidFill>
                <a:latin typeface="Arial"/>
                <a:ea typeface="Arial"/>
                <a:cs typeface="Arial"/>
              </a:defRPr>
            </a:lvl4pPr>
            <a:lvl5pPr>
              <a:defRPr sz="1350" b="1">
                <a:solidFill>
                  <a:srgbClr val="DBE6DD"/>
                </a:solidFill>
                <a:latin typeface="Arial"/>
                <a:ea typeface="Arial"/>
                <a:cs typeface="Arial"/>
              </a:defRPr>
            </a:lvl5pPr>
            <a:lvl6pPr>
              <a:defRPr sz="1350" b="1">
                <a:solidFill>
                  <a:srgbClr val="DBE6DD"/>
                </a:solidFill>
                <a:latin typeface="Arial"/>
                <a:ea typeface="Arial"/>
                <a:cs typeface="Arial"/>
              </a:defRPr>
            </a:lvl6pPr>
            <a:lvl7pPr>
              <a:defRPr sz="1350" b="1">
                <a:solidFill>
                  <a:srgbClr val="DBE6DD"/>
                </a:solidFill>
                <a:latin typeface="Arial"/>
                <a:ea typeface="Arial"/>
                <a:cs typeface="Arial"/>
              </a:defRPr>
            </a:lvl7pPr>
            <a:lvl8pPr>
              <a:defRPr sz="1350" b="1">
                <a:solidFill>
                  <a:srgbClr val="DBE6DD"/>
                </a:solidFill>
                <a:latin typeface="Arial"/>
                <a:ea typeface="Arial"/>
                <a:cs typeface="Arial"/>
              </a:defRPr>
            </a:lvl8pPr>
            <a:lvl9pPr>
              <a:defRPr sz="1350" b="1">
                <a:solidFill>
                  <a:srgbClr val="DBE6DD"/>
                </a:solidFill>
                <a:latin typeface="Arial"/>
                <a:ea typeface="Arial"/>
                <a:cs typeface="Arial"/>
              </a:defRPr>
            </a:lvl9pPr>
          </a:lstStyle>
          <a:p xmlns:a="http://schemas.openxmlformats.org/drawingml/2006/main">
            <a:pPr>
              <a:defRPr sz="1350" b="1">
                <a:solidFill>
                  <a:srgbClr val="DBE6DD"/>
                </a:solidFill>
                <a:latin typeface="Arial"/>
                <a:ea typeface="Arial"/>
                <a:cs typeface="Arial"/>
              </a:defRPr>
            </a:pPr>
            <a:r>
              <a:rPr sz="1350" b="1">
                <a:solidFill>
                  <a:srgbClr val="DBE6DD"/>
                </a:solidFill>
                <a:latin typeface="Arial"/>
                <a:ea typeface="Arial"/>
                <a:cs typeface="Arial"/>
              </a:rPr>
              <a:t>05  CLOSE</a:t>
            </a:r>
          </a:p>
        </p:txBody>
      </p:sp>
      <p:sp>
        <p:nvSpPr>
          <p:cNvPr id="2" name="">
            <a:extLst xmlns:a="http://schemas.openxmlformats.org/drawingml/2006/main">
              <a:ext uri="{FF2B5EF4-FFF2-40B4-BE49-F238E27FC236}">
                <a16:creationId xmlns:a16="http://schemas.microsoft.com/office/drawing/2014/main" id="{C1DAB477-CDC3-4876-B2EA-C17104E4D8F9}"/>
              </a:ext>
            </a:extLst>
          </p:cNvPr>
          <p:cNvSpPr>
            <a:spLocks xmlns:a="http://schemas.openxmlformats.org/drawingml/2006/main" noGrp="1"/>
          </p:cNvSpPr>
          <p:nvPr/>
        </p:nvSpPr>
        <p:spPr>
          <a:xfrm xmlns:a="http://schemas.openxmlformats.org/drawingml/2006/main">
            <a:off x="685800" y="952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Project outcome</a:t>
            </a:r>
          </a:p>
        </p:txBody>
      </p:sp>
      <p:sp>
        <p:nvSpPr>
          <p:cNvPr id="3" name="">
            <a:extLst xmlns:a="http://schemas.openxmlformats.org/drawingml/2006/main">
              <a:ext uri="{FF2B5EF4-FFF2-40B4-BE49-F238E27FC236}">
                <a16:creationId xmlns:a16="http://schemas.microsoft.com/office/drawing/2014/main" id="{AB10E8EE-8B5B-431D-8762-DAB24F4471D7}"/>
              </a:ext>
            </a:extLst>
          </p:cNvPr>
          <p:cNvSpPr>
            <a:spLocks xmlns:a="http://schemas.openxmlformats.org/drawingml/2006/main" noGrp="1"/>
          </p:cNvSpPr>
          <p:nvPr/>
        </p:nvSpPr>
        <p:spPr>
          <a:xfrm xmlns:a="http://schemas.openxmlformats.org/drawingml/2006/main">
            <a:off x="685800" y="63912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DBE6DD"/>
                </a:solidFill>
                <a:latin typeface="Arial"/>
                <a:ea typeface="Arial"/>
                <a:cs typeface="Arial"/>
              </a:defRPr>
            </a:defPPr>
            <a:lvl1pPr>
              <a:defRPr sz="1050" b="0">
                <a:solidFill>
                  <a:srgbClr val="DBE6DD"/>
                </a:solidFill>
                <a:latin typeface="Arial"/>
                <a:ea typeface="Arial"/>
                <a:cs typeface="Arial"/>
              </a:defRPr>
            </a:lvl1pPr>
            <a:lvl2pPr>
              <a:defRPr sz="1050" b="0">
                <a:solidFill>
                  <a:srgbClr val="DBE6DD"/>
                </a:solidFill>
                <a:latin typeface="Arial"/>
                <a:ea typeface="Arial"/>
                <a:cs typeface="Arial"/>
              </a:defRPr>
            </a:lvl2pPr>
            <a:lvl3pPr>
              <a:defRPr sz="1050" b="0">
                <a:solidFill>
                  <a:srgbClr val="DBE6DD"/>
                </a:solidFill>
                <a:latin typeface="Arial"/>
                <a:ea typeface="Arial"/>
                <a:cs typeface="Arial"/>
              </a:defRPr>
            </a:lvl3pPr>
            <a:lvl4pPr>
              <a:defRPr sz="1050" b="0">
                <a:solidFill>
                  <a:srgbClr val="DBE6DD"/>
                </a:solidFill>
                <a:latin typeface="Arial"/>
                <a:ea typeface="Arial"/>
                <a:cs typeface="Arial"/>
              </a:defRPr>
            </a:lvl4pPr>
            <a:lvl5pPr>
              <a:defRPr sz="1050" b="0">
                <a:solidFill>
                  <a:srgbClr val="DBE6DD"/>
                </a:solidFill>
                <a:latin typeface="Arial"/>
                <a:ea typeface="Arial"/>
                <a:cs typeface="Arial"/>
              </a:defRPr>
            </a:lvl5pPr>
            <a:lvl6pPr>
              <a:defRPr sz="1050" b="0">
                <a:solidFill>
                  <a:srgbClr val="DBE6DD"/>
                </a:solidFill>
                <a:latin typeface="Arial"/>
                <a:ea typeface="Arial"/>
                <a:cs typeface="Arial"/>
              </a:defRPr>
            </a:lvl6pPr>
            <a:lvl7pPr>
              <a:defRPr sz="1050" b="0">
                <a:solidFill>
                  <a:srgbClr val="DBE6DD"/>
                </a:solidFill>
                <a:latin typeface="Arial"/>
                <a:ea typeface="Arial"/>
                <a:cs typeface="Arial"/>
              </a:defRPr>
            </a:lvl7pPr>
            <a:lvl8pPr>
              <a:defRPr sz="1050" b="0">
                <a:solidFill>
                  <a:srgbClr val="DBE6DD"/>
                </a:solidFill>
                <a:latin typeface="Arial"/>
                <a:ea typeface="Arial"/>
                <a:cs typeface="Arial"/>
              </a:defRPr>
            </a:lvl8pPr>
            <a:lvl9pPr>
              <a:defRPr sz="1050" b="0">
                <a:solidFill>
                  <a:srgbClr val="DBE6DD"/>
                </a:solidFill>
                <a:latin typeface="Arial"/>
                <a:ea typeface="Arial"/>
                <a:cs typeface="Arial"/>
              </a:defRPr>
            </a:lvl9pPr>
          </a:lstStyle>
          <a:p xmlns:a="http://schemas.openxmlformats.org/drawingml/2006/main">
            <a:pPr>
              <a:defRPr sz="1050" b="0">
                <a:solidFill>
                  <a:srgbClr val="DBE6DD"/>
                </a:solidFill>
                <a:latin typeface="Arial"/>
                <a:ea typeface="Arial"/>
                <a:cs typeface="Arial"/>
              </a:defRPr>
            </a:pPr>
            <a:r>
              <a:rPr sz="1050" b="0">
                <a:solidFill>
                  <a:srgbClr val="DBE6DD"/>
                </a:solidFill>
                <a:latin typeface="Arial"/>
                <a:ea typeface="Arial"/>
                <a:cs typeface="Arial"/>
              </a:rPr>
              <a:t>CAMPUS HELPDESK     /     11</a:t>
            </a:r>
          </a:p>
        </p:txBody>
      </p:sp>
      <p:sp>
        <p:nvSpPr>
          <p:cNvPr id="4" name="">
            <a:extLst xmlns:a="http://schemas.openxmlformats.org/drawingml/2006/main">
              <a:ext uri="{FF2B5EF4-FFF2-40B4-BE49-F238E27FC236}">
                <a16:creationId xmlns:a16="http://schemas.microsoft.com/office/drawing/2014/main" id="{8DA470C1-4809-4FC0-A0F5-EDA3410327E5}"/>
              </a:ext>
            </a:extLst>
          </p:cNvPr>
          <p:cNvSpPr>
            <a:spLocks xmlns:a="http://schemas.openxmlformats.org/drawingml/2006/main" noGrp="1"/>
          </p:cNvSpPr>
          <p:nvPr/>
        </p:nvSpPr>
        <p:spPr>
          <a:xfrm xmlns:a="http://schemas.openxmlformats.org/drawingml/2006/main">
            <a:off x="685800" y="2314575"/>
            <a:ext cx="108204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FFFFFF"/>
                </a:solidFill>
                <a:latin typeface="Arial"/>
                <a:ea typeface="Arial"/>
                <a:cs typeface="Arial"/>
              </a:defRPr>
            </a:defPPr>
            <a:lvl1pPr>
              <a:defRPr sz="3150" b="0">
                <a:solidFill>
                  <a:srgbClr val="FFFFFF"/>
                </a:solidFill>
                <a:latin typeface="Arial"/>
                <a:ea typeface="Arial"/>
                <a:cs typeface="Arial"/>
              </a:defRPr>
            </a:lvl1pPr>
            <a:lvl2pPr>
              <a:defRPr sz="3150" b="0">
                <a:solidFill>
                  <a:srgbClr val="FFFFFF"/>
                </a:solidFill>
                <a:latin typeface="Arial"/>
                <a:ea typeface="Arial"/>
                <a:cs typeface="Arial"/>
              </a:defRPr>
            </a:lvl2pPr>
            <a:lvl3pPr>
              <a:defRPr sz="3150" b="0">
                <a:solidFill>
                  <a:srgbClr val="FFFFFF"/>
                </a:solidFill>
                <a:latin typeface="Arial"/>
                <a:ea typeface="Arial"/>
                <a:cs typeface="Arial"/>
              </a:defRPr>
            </a:lvl3pPr>
            <a:lvl4pPr>
              <a:defRPr sz="3150" b="0">
                <a:solidFill>
                  <a:srgbClr val="FFFFFF"/>
                </a:solidFill>
                <a:latin typeface="Arial"/>
                <a:ea typeface="Arial"/>
                <a:cs typeface="Arial"/>
              </a:defRPr>
            </a:lvl4pPr>
            <a:lvl5pPr>
              <a:defRPr sz="3150" b="0">
                <a:solidFill>
                  <a:srgbClr val="FFFFFF"/>
                </a:solidFill>
                <a:latin typeface="Arial"/>
                <a:ea typeface="Arial"/>
                <a:cs typeface="Arial"/>
              </a:defRPr>
            </a:lvl5pPr>
            <a:lvl6pPr>
              <a:defRPr sz="3150" b="0">
                <a:solidFill>
                  <a:srgbClr val="FFFFFF"/>
                </a:solidFill>
                <a:latin typeface="Arial"/>
                <a:ea typeface="Arial"/>
                <a:cs typeface="Arial"/>
              </a:defRPr>
            </a:lvl6pPr>
            <a:lvl7pPr>
              <a:defRPr sz="3150" b="0">
                <a:solidFill>
                  <a:srgbClr val="FFFFFF"/>
                </a:solidFill>
                <a:latin typeface="Arial"/>
                <a:ea typeface="Arial"/>
                <a:cs typeface="Arial"/>
              </a:defRPr>
            </a:lvl7pPr>
            <a:lvl8pPr>
              <a:defRPr sz="3150" b="0">
                <a:solidFill>
                  <a:srgbClr val="FFFFFF"/>
                </a:solidFill>
                <a:latin typeface="Arial"/>
                <a:ea typeface="Arial"/>
                <a:cs typeface="Arial"/>
              </a:defRPr>
            </a:lvl8pPr>
            <a:lvl9pPr>
              <a:defRPr sz="3150" b="0">
                <a:solidFill>
                  <a:srgbClr val="FFFFFF"/>
                </a:solidFill>
                <a:latin typeface="Arial"/>
                <a:ea typeface="Arial"/>
                <a:cs typeface="Arial"/>
              </a:defRPr>
            </a:lvl9pPr>
          </a:lstStyle>
          <a:p xmlns:a="http://schemas.openxmlformats.org/drawingml/2006/main">
            <a:pPr>
              <a:defRPr sz="3150" b="0">
                <a:solidFill>
                  <a:srgbClr val="FFFFFF"/>
                </a:solidFill>
                <a:latin typeface="Arial"/>
                <a:ea typeface="Arial"/>
                <a:cs typeface="Arial"/>
              </a:defRPr>
            </a:pPr>
            <a:r>
              <a:rPr sz="3150" b="0">
                <a:solidFill>
                  <a:srgbClr val="FFFFFF"/>
                </a:solidFill>
                <a:latin typeface="Arial"/>
                <a:ea typeface="Arial"/>
                <a:cs typeface="Arial"/>
              </a:rPr>
              <a:t>A working prototype for public campus questions,</a:t>
            </a:r>
          </a:p>
          <a:p xmlns:a="http://schemas.openxmlformats.org/drawingml/2006/main">
            <a:pPr>
              <a:defRPr sz="3150" b="0">
                <a:solidFill>
                  <a:srgbClr val="FFFFFF"/>
                </a:solidFill>
                <a:latin typeface="Arial"/>
                <a:ea typeface="Arial"/>
                <a:cs typeface="Arial"/>
              </a:defRPr>
            </a:pPr>
            <a:r>
              <a:rPr sz="3150" b="0">
                <a:solidFill>
                  <a:srgbClr val="FFFFFF"/>
                </a:solidFill>
                <a:latin typeface="Arial"/>
                <a:ea typeface="Arial"/>
                <a:cs typeface="Arial"/>
              </a:rPr>
              <a:t>with inspectable sources and consent-based</a:t>
            </a:r>
          </a:p>
          <a:p xmlns:a="http://schemas.openxmlformats.org/drawingml/2006/main">
            <a:pPr>
              <a:defRPr sz="3150" b="0">
                <a:solidFill>
                  <a:srgbClr val="FFFFFF"/>
                </a:solidFill>
                <a:latin typeface="Arial"/>
                <a:ea typeface="Arial"/>
                <a:cs typeface="Arial"/>
              </a:defRPr>
            </a:pPr>
            <a:r>
              <a:rPr sz="3150" b="0">
                <a:solidFill>
                  <a:srgbClr val="FFFFFF"/>
                </a:solidFill>
                <a:latin typeface="Arial"/>
                <a:ea typeface="Arial"/>
                <a:cs typeface="Arial"/>
              </a:rPr>
              <a:t>staff routing.</a:t>
            </a:r>
          </a:p>
        </p:txBody>
      </p:sp>
      <p:sp>
        <p:nvSpPr>
          <p:cNvPr id="5" name="">
            <a:extLst xmlns:a="http://schemas.openxmlformats.org/drawingml/2006/main">
              <a:ext uri="{FF2B5EF4-FFF2-40B4-BE49-F238E27FC236}">
                <a16:creationId xmlns:a16="http://schemas.microsoft.com/office/drawing/2014/main" id="{ED517F10-DC2C-4C3E-B470-7C6A3BF5CC63}"/>
              </a:ext>
            </a:extLst>
          </p:cNvPr>
          <p:cNvSpPr>
            <a:spLocks xmlns:a="http://schemas.openxmlformats.org/drawingml/2006/main" noGrp="1"/>
          </p:cNvSpPr>
          <p:nvPr/>
        </p:nvSpPr>
        <p:spPr>
          <a:xfrm xmlns:a="http://schemas.openxmlformats.org/drawingml/2006/main">
            <a:off x="685800" y="49720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BE6DD"/>
                </a:solidFill>
                <a:latin typeface="Arial"/>
                <a:ea typeface="Arial"/>
                <a:cs typeface="Arial"/>
              </a:defRPr>
            </a:defPPr>
            <a:lvl1pPr>
              <a:defRPr sz="2175" b="0">
                <a:solidFill>
                  <a:srgbClr val="DBE6DD"/>
                </a:solidFill>
                <a:latin typeface="Arial"/>
                <a:ea typeface="Arial"/>
                <a:cs typeface="Arial"/>
              </a:defRPr>
            </a:lvl1pPr>
            <a:lvl2pPr>
              <a:defRPr sz="2175" b="0">
                <a:solidFill>
                  <a:srgbClr val="DBE6DD"/>
                </a:solidFill>
                <a:latin typeface="Arial"/>
                <a:ea typeface="Arial"/>
                <a:cs typeface="Arial"/>
              </a:defRPr>
            </a:lvl2pPr>
            <a:lvl3pPr>
              <a:defRPr sz="2175" b="0">
                <a:solidFill>
                  <a:srgbClr val="DBE6DD"/>
                </a:solidFill>
                <a:latin typeface="Arial"/>
                <a:ea typeface="Arial"/>
                <a:cs typeface="Arial"/>
              </a:defRPr>
            </a:lvl3pPr>
            <a:lvl4pPr>
              <a:defRPr sz="2175" b="0">
                <a:solidFill>
                  <a:srgbClr val="DBE6DD"/>
                </a:solidFill>
                <a:latin typeface="Arial"/>
                <a:ea typeface="Arial"/>
                <a:cs typeface="Arial"/>
              </a:defRPr>
            </a:lvl4pPr>
            <a:lvl5pPr>
              <a:defRPr sz="2175" b="0">
                <a:solidFill>
                  <a:srgbClr val="DBE6DD"/>
                </a:solidFill>
                <a:latin typeface="Arial"/>
                <a:ea typeface="Arial"/>
                <a:cs typeface="Arial"/>
              </a:defRPr>
            </a:lvl5pPr>
            <a:lvl6pPr>
              <a:defRPr sz="2175" b="0">
                <a:solidFill>
                  <a:srgbClr val="DBE6DD"/>
                </a:solidFill>
                <a:latin typeface="Arial"/>
                <a:ea typeface="Arial"/>
                <a:cs typeface="Arial"/>
              </a:defRPr>
            </a:lvl6pPr>
            <a:lvl7pPr>
              <a:defRPr sz="2175" b="0">
                <a:solidFill>
                  <a:srgbClr val="DBE6DD"/>
                </a:solidFill>
                <a:latin typeface="Arial"/>
                <a:ea typeface="Arial"/>
                <a:cs typeface="Arial"/>
              </a:defRPr>
            </a:lvl7pPr>
            <a:lvl8pPr>
              <a:defRPr sz="2175" b="0">
                <a:solidFill>
                  <a:srgbClr val="DBE6DD"/>
                </a:solidFill>
                <a:latin typeface="Arial"/>
                <a:ea typeface="Arial"/>
                <a:cs typeface="Arial"/>
              </a:defRPr>
            </a:lvl8pPr>
            <a:lvl9pPr>
              <a:defRPr sz="2175" b="0">
                <a:solidFill>
                  <a:srgbClr val="DBE6DD"/>
                </a:solidFill>
                <a:latin typeface="Arial"/>
                <a:ea typeface="Arial"/>
                <a:cs typeface="Arial"/>
              </a:defRPr>
            </a:lvl9pPr>
          </a:lstStyle>
          <a:p xmlns:a="http://schemas.openxmlformats.org/drawingml/2006/main">
            <a:pPr>
              <a:defRPr sz="2175" b="0">
                <a:solidFill>
                  <a:srgbClr val="DBE6DD"/>
                </a:solidFill>
                <a:latin typeface="Arial"/>
                <a:ea typeface="Arial"/>
                <a:cs typeface="Arial"/>
              </a:defRPr>
            </a:pPr>
            <a:r>
              <a:rPr sz="2175" b="0">
                <a:solidFill>
                  <a:srgbClr val="DBE6DD"/>
                </a:solidFill>
                <a:latin typeface="Arial"/>
                <a:ea typeface="Arial"/>
                <a:cs typeface="Arial"/>
              </a:rPr>
              <a:t>Next milestone: a verified, staff-reviewed pilot</a:t>
            </a:r>
          </a:p>
        </p:txBody>
      </p:sp>
      <p:sp>
        <p:nvSpPr>
          <p:cNvPr id="6" name="">
            <a:extLst xmlns:a="http://schemas.openxmlformats.org/drawingml/2006/main">
              <a:ext uri="{FF2B5EF4-FFF2-40B4-BE49-F238E27FC236}">
                <a16:creationId xmlns:a16="http://schemas.microsoft.com/office/drawing/2014/main" id="{8D65FB86-1AE0-4D42-A1F6-CE98600C009B}"/>
              </a:ext>
            </a:extLst>
          </p:cNvPr>
          <p:cNvSpPr>
            <a:spLocks xmlns:a="http://schemas.openxmlformats.org/drawingml/2006/main" noGrp="1"/>
          </p:cNvSpPr>
          <p:nvPr/>
        </p:nvSpPr>
        <p:spPr>
          <a:xfrm xmlns:a="http://schemas.openxmlformats.org/drawingml/2006/main">
            <a:off x="685800" y="57531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FFFFFF"/>
                </a:solidFill>
                <a:latin typeface="Arial"/>
                <a:ea typeface="Arial"/>
                <a:cs typeface="Arial"/>
              </a:defRPr>
            </a:defPPr>
            <a:lvl1pPr>
              <a:defRPr sz="1950" b="1">
                <a:solidFill>
                  <a:srgbClr val="FFFFFF"/>
                </a:solidFill>
                <a:latin typeface="Arial"/>
                <a:ea typeface="Arial"/>
                <a:cs typeface="Arial"/>
              </a:defRPr>
            </a:lvl1pPr>
            <a:lvl2pPr>
              <a:defRPr sz="1950" b="1">
                <a:solidFill>
                  <a:srgbClr val="FFFFFF"/>
                </a:solidFill>
                <a:latin typeface="Arial"/>
                <a:ea typeface="Arial"/>
                <a:cs typeface="Arial"/>
              </a:defRPr>
            </a:lvl2pPr>
            <a:lvl3pPr>
              <a:defRPr sz="1950" b="1">
                <a:solidFill>
                  <a:srgbClr val="FFFFFF"/>
                </a:solidFill>
                <a:latin typeface="Arial"/>
                <a:ea typeface="Arial"/>
                <a:cs typeface="Arial"/>
              </a:defRPr>
            </a:lvl3pPr>
            <a:lvl4pPr>
              <a:defRPr sz="1950" b="1">
                <a:solidFill>
                  <a:srgbClr val="FFFFFF"/>
                </a:solidFill>
                <a:latin typeface="Arial"/>
                <a:ea typeface="Arial"/>
                <a:cs typeface="Arial"/>
              </a:defRPr>
            </a:lvl4pPr>
            <a:lvl5pPr>
              <a:defRPr sz="1950" b="1">
                <a:solidFill>
                  <a:srgbClr val="FFFFFF"/>
                </a:solidFill>
                <a:latin typeface="Arial"/>
                <a:ea typeface="Arial"/>
                <a:cs typeface="Arial"/>
              </a:defRPr>
            </a:lvl5pPr>
            <a:lvl6pPr>
              <a:defRPr sz="1950" b="1">
                <a:solidFill>
                  <a:srgbClr val="FFFFFF"/>
                </a:solidFill>
                <a:latin typeface="Arial"/>
                <a:ea typeface="Arial"/>
                <a:cs typeface="Arial"/>
              </a:defRPr>
            </a:lvl6pPr>
            <a:lvl7pPr>
              <a:defRPr sz="1950" b="1">
                <a:solidFill>
                  <a:srgbClr val="FFFFFF"/>
                </a:solidFill>
                <a:latin typeface="Arial"/>
                <a:ea typeface="Arial"/>
                <a:cs typeface="Arial"/>
              </a:defRPr>
            </a:lvl7pPr>
            <a:lvl8pPr>
              <a:defRPr sz="1950" b="1">
                <a:solidFill>
                  <a:srgbClr val="FFFFFF"/>
                </a:solidFill>
                <a:latin typeface="Arial"/>
                <a:ea typeface="Arial"/>
                <a:cs typeface="Arial"/>
              </a:defRPr>
            </a:lvl8pPr>
            <a:lvl9pPr>
              <a:defRPr sz="1950" b="1">
                <a:solidFill>
                  <a:srgbClr val="FFFFFF"/>
                </a:solidFill>
                <a:latin typeface="Arial"/>
                <a:ea typeface="Arial"/>
                <a:cs typeface="Arial"/>
              </a:defRPr>
            </a:lvl9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Questions</a:t>
            </a:r>
          </a:p>
        </p:txBody>
      </p:sp>
    </p:spTree>
    <p:extLst>
      <p:ext uri="{BB962C8B-B14F-4D97-AF65-F5344CB8AC3E}">
        <p14:creationId xmlns:p14="http://schemas.microsoft.com/office/powerpoint/2010/main" val="1273086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2026-10-24T19:24:48.4930000Z</dcterms:created>
  <dcterms:modified xsi:type="dcterms:W3CDTF">2026-10-24T19:24:48.4930000Z</dcterms:modified>
</coreProperties>
</file>