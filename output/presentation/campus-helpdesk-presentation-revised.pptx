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69b9ba4711456d" /><Relationship Type="http://schemas.openxmlformats.org/officeDocument/2006/relationships/extended-properties" Target="/docProps/app.xml" Id="Rda03379001234f5d" /><Relationship Type="http://schemas.openxmlformats.org/officeDocument/2006/relationships/officeDocument" Target="/ppt/presentation.xml" Id="R23fc0e68645c4af0" /></Relationships>
</file>

<file path=ppt/presentation.xml><?xml version="1.0" encoding="utf-8"?>
<p:presentation xmlns:p="http://schemas.openxmlformats.org/presentationml/2006/main">
  <p:sldMasterIdLst>
    <p:sldMasterId xmlns:r="http://schemas.openxmlformats.org/officeDocument/2006/relationships" id="2147483648" r:id="R20c8d595dc4a4660"/>
  </p:sldMasterIdLst>
  <p:notesMasterIdLst>
    <p:notesMasterId xmlns:r="http://schemas.openxmlformats.org/officeDocument/2006/relationships" r:id="Rb9491ed0fb014047"/>
  </p:notesMasterIdLst>
  <p:sldIdLst>
    <p:sldId xmlns:r="http://schemas.openxmlformats.org/officeDocument/2006/relationships" id="256" r:id="Rb88d961130bf45ec"/>
    <p:sldId xmlns:r="http://schemas.openxmlformats.org/officeDocument/2006/relationships" id="257" r:id="Re11c1f93b2c6484f"/>
    <p:sldId xmlns:r="http://schemas.openxmlformats.org/officeDocument/2006/relationships" id="258" r:id="R5a41c27634464fb1"/>
    <p:sldId xmlns:r="http://schemas.openxmlformats.org/officeDocument/2006/relationships" id="259" r:id="Ra2e323cd172f4f5e"/>
    <p:sldId xmlns:r="http://schemas.openxmlformats.org/officeDocument/2006/relationships" id="260" r:id="Rd59a2fe2b77d481b"/>
    <p:sldId xmlns:r="http://schemas.openxmlformats.org/officeDocument/2006/relationships" id="261" r:id="R85d5b68d564145b5"/>
    <p:sldId xmlns:r="http://schemas.openxmlformats.org/officeDocument/2006/relationships" id="262" r:id="Rd870ef562bf447f4"/>
    <p:sldId xmlns:r="http://schemas.openxmlformats.org/officeDocument/2006/relationships" id="263" r:id="Rc1ca68298b464b7a"/>
    <p:sldId xmlns:r="http://schemas.openxmlformats.org/officeDocument/2006/relationships" id="264" r:id="Rb4e76fb21ff24b89"/>
    <p:sldId xmlns:r="http://schemas.openxmlformats.org/officeDocument/2006/relationships" id="265" r:id="R17eac71a928248d3"/>
    <p:sldId xmlns:r="http://schemas.openxmlformats.org/officeDocument/2006/relationships" id="266" r:id="Rd282ad1e50c54c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be880fe8ae4b04" /><Relationship Type="http://schemas.openxmlformats.org/officeDocument/2006/relationships/slideMaster" Target="/ppt/slideMasters/slideMaster1.xml" Id="R20c8d595dc4a4660" /><Relationship Type="http://schemas.openxmlformats.org/officeDocument/2006/relationships/notesMaster" Target="/ppt/notesMasters/notesMaster1.xml" Id="Rb9491ed0fb014047" /><Relationship Type="http://schemas.openxmlformats.org/officeDocument/2006/relationships/presProps" Target="/ppt/presProps.xml" Id="Rc1d028ac3eb74ca6" /><Relationship Type="http://schemas.openxmlformats.org/officeDocument/2006/relationships/tableStyles" Target="/ppt/tableStyles.xml" Id="R1e05ce04531c496d" /><Relationship Type="http://schemas.openxmlformats.org/officeDocument/2006/relationships/slide" Target="/ppt/slides/slide1.xml" Id="Rb88d961130bf45ec" /><Relationship Type="http://schemas.openxmlformats.org/officeDocument/2006/relationships/slide" Target="/ppt/slides/slide2.xml" Id="Re11c1f93b2c6484f" /><Relationship Type="http://schemas.openxmlformats.org/officeDocument/2006/relationships/slide" Target="/ppt/slides/slide3.xml" Id="R5a41c27634464fb1" /><Relationship Type="http://schemas.openxmlformats.org/officeDocument/2006/relationships/slide" Target="/ppt/slides/slide4.xml" Id="Ra2e323cd172f4f5e" /><Relationship Type="http://schemas.openxmlformats.org/officeDocument/2006/relationships/slide" Target="/ppt/slides/slide5.xml" Id="Rd59a2fe2b77d481b" /><Relationship Type="http://schemas.openxmlformats.org/officeDocument/2006/relationships/slide" Target="/ppt/slides/slide6.xml" Id="R85d5b68d564145b5" /><Relationship Type="http://schemas.openxmlformats.org/officeDocument/2006/relationships/slide" Target="/ppt/slides/slide7.xml" Id="Rd870ef562bf447f4" /><Relationship Type="http://schemas.openxmlformats.org/officeDocument/2006/relationships/slide" Target="/ppt/slides/slide8.xml" Id="Rc1ca68298b464b7a" /><Relationship Type="http://schemas.openxmlformats.org/officeDocument/2006/relationships/slide" Target="/ppt/slides/slide9.xml" Id="Rb4e76fb21ff24b89" /><Relationship Type="http://schemas.openxmlformats.org/officeDocument/2006/relationships/slide" Target="/ppt/slides/slide10.xml" Id="R17eac71a928248d3" /><Relationship Type="http://schemas.openxmlformats.org/officeDocument/2006/relationships/slide" Target="/ppt/slides/slide11.xml" Id="Rd282ad1e50c54c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74d14f8dc24b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f744d2f2be4c1a" /><Relationship Type="http://schemas.openxmlformats.org/officeDocument/2006/relationships/notesMaster" Target="/ppt/notesMasters/notesMaster1.xml" Id="Rad5cb06a9ca54f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f312eca8644dea" /><Relationship Type="http://schemas.openxmlformats.org/officeDocument/2006/relationships/notesMaster" Target="/ppt/notesMasters/notesMaster1.xml" Id="R40ad2026537148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d4a42aec044d85" /><Relationship Type="http://schemas.openxmlformats.org/officeDocument/2006/relationships/notesMaster" Target="/ppt/notesMasters/notesMaster1.xml" Id="Rd0b3ba8691a049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f4ae16567e4cee" /><Relationship Type="http://schemas.openxmlformats.org/officeDocument/2006/relationships/notesMaster" Target="/ppt/notesMasters/notesMaster1.xml" Id="R6ccdbd85b0b049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cd1efe8d4a420e" /><Relationship Type="http://schemas.openxmlformats.org/officeDocument/2006/relationships/notesMaster" Target="/ppt/notesMasters/notesMaster1.xml" Id="R0a3600f9ecdf44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f6ab94e46e4722" /><Relationship Type="http://schemas.openxmlformats.org/officeDocument/2006/relationships/notesMaster" Target="/ppt/notesMasters/notesMaster1.xml" Id="Rbe15c99c41444c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67db397a4145f0" /><Relationship Type="http://schemas.openxmlformats.org/officeDocument/2006/relationships/notesMaster" Target="/ppt/notesMasters/notesMaster1.xml" Id="Ra2a278f88f2a4c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10345da76a496f" /><Relationship Type="http://schemas.openxmlformats.org/officeDocument/2006/relationships/notesMaster" Target="/ppt/notesMasters/notesMaster1.xml" Id="Recc7bb061f96443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2baabd13d94bef" /><Relationship Type="http://schemas.openxmlformats.org/officeDocument/2006/relationships/notesMaster" Target="/ppt/notesMasters/notesMaster1.xml" Id="R880289326624492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eed00a9d5c46db" /><Relationship Type="http://schemas.openxmlformats.org/officeDocument/2006/relationships/notesMaster" Target="/ppt/notesMasters/notesMaster1.xml" Id="R9161e65dfce841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3e68d4cbeb465e" /><Relationship Type="http://schemas.openxmlformats.org/officeDocument/2006/relationships/notesMaster" Target="/ppt/notesMasters/notesMaster1.xml" Id="R29780473c1b24f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Introduce the project as an independent academic prototype. The story is problem, idea, working implementation, demonstration, limitations and the planned next version. Suggested duration: 7 to 8 minutes including a short demo.</a:t>
            </a:r>
          </a:p>
          <a:p xmlns:a="http://schemas.openxmlformats.org/drawingml/2006/main">
            <a:r>
              <a:t/>
            </a:r>
          </a:p>
          <a:p xmlns:a="http://schemas.openxmlformats.org/drawingml/2006/main">
            <a:r>
              <a:t>Evidence: README.md. Prepared 25 October 2026 for 26 October 2026. Planned work comes from the user-provided “Two-account login and persistent live chat” specification and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Use hostel booking, library rules or transcript procedures as familiar examples. Describe the problem as project motivation, not a measured survey result. A conversational interface can help discovery, while staff remain necessary for information outside the public collection.</a:t>
            </a:r>
          </a:p>
          <a:p xmlns:a="http://schemas.openxmlformats.org/drawingml/2006/main">
            <a:r>
              <a:t/>
            </a:r>
          </a:p>
          <a:p xmlns:a="http://schemas.openxmlformats.org/drawingml/2006/main">
            <a:r>
              <a:t>Evidence: README.md, reports/official-dataset.md. Prepared 25 October 2026 for 26 October 2026. Planned work comes from the user-provided “Two-account login and persistent live chat” specification and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Introduce the solution before technology. The goal is to make public information easier to find and inspect, with a clear route for unanswered questions. These are design objectives, not measured time-saving claims. Staff handoff currently creates a queue ticket. Live staff messaging belongs to the planned version.</a:t>
            </a:r>
          </a:p>
          <a:p xmlns:a="http://schemas.openxmlformats.org/drawingml/2006/main">
            <a:r>
              <a:t/>
            </a:r>
          </a:p>
          <a:p xmlns:a="http://schemas.openxmlformats.org/drawingml/2006/main">
            <a:r>
              <a:t>Evidence: README.md, backend/app/main.py. Prepared 25 October 2026 for 26 October 2026. Planned work comes from the user-provided “Two-account login and persistent live chat” specification and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Explain retrieval-augmented generation, or RAG: retrieve relevant university text first, then generate from those passages. Follow-ups use stored history. Cite source IDs only when they match supplied passages. A valid citation establishes provenance, but a reader should still check critical details.</a:t>
            </a:r>
          </a:p>
          <a:p xmlns:a="http://schemas.openxmlformats.org/drawingml/2006/main">
            <a:r>
              <a:t/>
            </a:r>
          </a:p>
          <a:p xmlns:a="http://schemas.openxmlformats.org/drawingml/2006/main">
            <a:r>
              <a:t>Evidence: backend/app/retrieval.py, backend/app/llm.py, backend/app/main.py. Prepared 25 October 2026 for 26 October 2026. Planned work comes from the user-provided “Two-account login and persistent live chat” specification and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Keep this at component level. The React frontend runs on Vercel and the FastAPI backend uses Render deployment configuration. Sentence Transformers generates embeddings for pgvector search. Alembic manages database migrations. Secrets stay on the backend. Avoid reading configuration commands or development test counts aloud.</a:t>
            </a:r>
          </a:p>
          <a:p xmlns:a="http://schemas.openxmlformats.org/drawingml/2006/main">
            <a:r>
              <a:t/>
            </a:r>
          </a:p>
          <a:p xmlns:a="http://schemas.openxmlformats.org/drawingml/2006/main">
            <a:r>
              <a:t>Evidence: README.md, DEPLOYMENT.md, backend/app/models.py. Prepared 25 October 2026 for 26 October 2026. Planned work comes from the user-provided “Two-account login and persistent live chat” specification and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Everything on this slide is implemented. The current access model is a shared private review password with a signed session, plus separate staff authentication. Individual student/staff accounts and saved-history navigation across logins are planned. Database conversation persistence already exists, but it is not the same as an account-based history/resume feature. Screenshot shows the actual chat home captured earlier on 25 October 2026, before the newer review access gate.</a:t>
            </a:r>
          </a:p>
          <a:p xmlns:a="http://schemas.openxmlformats.org/drawingml/2006/main">
            <a:r>
              <a:t/>
            </a:r>
          </a:p>
          <a:p xmlns:a="http://schemas.openxmlformats.org/drawingml/2006/main">
            <a:r>
              <a:t>Evidence: README.md, frontend/src/App.tsx, backend/app/access.py, backend/app/main.py. Prepared 25 October 2026 for 26 October 2026. Planned work comes from the user-provided “Two-account login and persistent live chat” specification and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 minutes. Open https://campus-helpdesk-rho.vercel.app and sign in through the existing review gate before presenting. Never project credentials. Ask the exact FFCS question, inspect a citation, then ask the pronoun follow-up. Ask “What is my personal attendance percentage today?” Show the offer, then select No thanks so the default demo saves no ticket. A staff-queue extension requires explicitly confirming a real demo ticket. Do not demonstrate two-account login or live staff replies as implemented. If the live service is unavailable, describe recorded examples from the official live evaluation and label them as recorded. The FFCS result lists course order, time slots and course load. The attendance query returns needs_staff_confirmation without a saved ticket. The complete proposed demo sequence has not been rerun for this revision.</a:t>
            </a:r>
          </a:p>
          <a:p xmlns:a="http://schemas.openxmlformats.org/drawingml/2006/main">
            <a:r>
              <a:t/>
            </a:r>
          </a:p>
          <a:p xmlns:a="http://schemas.openxmlformats.org/drawingml/2006/main">
            <a:r>
              <a:t>Evidence: reports/official-live-evaluation.md, reports/official-context-and-consent.md, DEPLOYMENT.md. Prepared 25 October 2026 for 26 October 2026. Planned work comes from the user-provided “Two-account login and persistent live chat” specification and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This is an independent public-information prototype. The sources are public VIT Vellore material, and dated policies must retain their programme and year restrictions. Generated answers still need source review for critical decisions. Backend persistence exists, but the account-based resume workflow in the supplied plan does not. Current handoff saves an internal ticket rather than opening a live staff conversation. Full hosted verification of the latest unsupported-response fix remains pending in the project records.</a:t>
            </a:r>
          </a:p>
          <a:p xmlns:a="http://schemas.openxmlformats.org/drawingml/2006/main">
            <a:r>
              <a:t/>
            </a:r>
          </a:p>
          <a:p xmlns:a="http://schemas.openxmlformats.org/drawingml/2006/main">
            <a:r>
              <a:t>Evidence: README.md, reports/official-dataset.md, reports/unsupported-citation-fix.md. Prepared 25 October 2026 for 26 October 2026. Planned work comes from the user-provided “Two-account login and persistent live chat” specification and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This entire slide describes future work from the user-provided plan, not current functionality. Exactly two fixed accounts will use the existing React/FastAPI/Neon stack. Proposed database users use Argon2 password hashes, revocable eight-hour sessions and an opaque cookie. There is no registration, password-reset or account-management feature in this phase. Preserve existing official retrieval, consent and request limits. Planned stages start with login, followed by saved conversations and handoff.</a:t>
            </a:r>
          </a:p>
          <a:p xmlns:a="http://schemas.openxmlformats.org/drawingml/2006/main">
            <a:r>
              <a:t/>
            </a:r>
          </a:p>
          <a:p xmlns:a="http://schemas.openxmlformats.org/drawingml/2006/main">
            <a:r>
              <a:t>Evidence: User-provided specification: Two-account login and persistent live chat, 25 October 2026. Prepared 25 October 2026 for 26 October 2026. Planned work comes from the user-provided “Two-account login and persistent live chat” specification and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This is proposed, not implemented or demonstrated today. Conversation states are ai, waiting_for_staff, staff_active and resolved. A confirmed handoff creates or reuses one active ticket per conversation and keeps the exact originating question ID. Staff replies receive distinct labels. The plan uses authenticated HTTP for sends and WebSockets for committed messages/status updates. Save first, broadcast second, and recover from reconnects using authoritative Neon history with duplicate prevention. Keep AI paused while waiting and during staff chat. The third planned delivery stage is real-time chat. One backend worker is the initial design. Token streaming, typing indicators, attachments and read receipts are outside this phase.</a:t>
            </a:r>
          </a:p>
          <a:p xmlns:a="http://schemas.openxmlformats.org/drawingml/2006/main">
            <a:r>
              <a:t/>
            </a:r>
          </a:p>
          <a:p xmlns:a="http://schemas.openxmlformats.org/drawingml/2006/main">
            <a:r>
              <a:t>Evidence: User-provided specification: Two-account login and persistent live chat, 25 October 2026. Prepared 25 October 2026 for 26 October 2026. Planned work comes from the user-provided “Two-account login and persistent live chat” specification and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Close on the distinction between the working prototype and the planned extension. Today the project helps discover public campus information and creates staff tickets only with consent. The next version adds two role-specific accounts, cross-login history and live human takeover. No claims of official endorsement, measured workload reductions or completed future features.</a:t>
            </a:r>
          </a:p>
          <a:p xmlns:a="http://schemas.openxmlformats.org/drawingml/2006/main">
            <a:r>
              <a:t/>
            </a:r>
          </a:p>
          <a:p xmlns:a="http://schemas.openxmlformats.org/drawingml/2006/main">
            <a:r>
              <a:t>Evidence: README.md, User-provided specification: Two-account login and persistent live chat, 25 October 2026. Prepared 25 October 2026 for 26 October 2026. Planned work comes from the user-provided “Two-account login and persistent live chat” specification and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eacc64ff594b7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6bea6305ea409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dae2a49cd74e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4c1eaf12fd64c1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fa9afcd8adf47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aacc93d6c34b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390C2A-A085-4A7B-B4FC-062DF271DF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13116E-B931-41A7-BE25-8395B2DFE22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C395DB0-2C5B-4C2E-8E40-3EBE9D256DE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9EA85E-4180-482C-97E6-5DD7739EF7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BFFBD26-CCCD-4E35-9079-9636EEA11F4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AF94276-E27C-44D0-8D56-78F07571D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F16B3C-B8F6-4CD9-BBB3-382F4B31C6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293EDAB-AD2B-4CAD-B7CF-DBC43EB036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EBDDE7-0EA3-455A-8649-846DA968D0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F6BF41-6B50-4D65-9442-8B7BAABCBC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b5f89a3259444d" /><Relationship Type="http://schemas.openxmlformats.org/officeDocument/2006/relationships/slideLayout" Target="/ppt/slideLayouts/slideLayout1.xml" Id="R6b4e183b435347eb" /><Relationship Type="http://schemas.openxmlformats.org/officeDocument/2006/relationships/slideLayout" Target="/ppt/slideLayouts/slideLayout2.xml" Id="R954a5addc81340c8" /><Relationship Type="http://schemas.openxmlformats.org/officeDocument/2006/relationships/slideLayout" Target="/ppt/slideLayouts/slideLayout3.xml" Id="Rde25ee4cf7af44dc" /><Relationship Type="http://schemas.openxmlformats.org/officeDocument/2006/relationships/slideLayout" Target="/ppt/slideLayouts/slideLayout4.xml" Id="Ra4bafff7b9814737" /><Relationship Type="http://schemas.openxmlformats.org/officeDocument/2006/relationships/slideLayout" Target="/ppt/slideLayouts/slideLayout5.xml" Id="Re4e1d007ee7c4457" /><Relationship Type="http://schemas.openxmlformats.org/officeDocument/2006/relationships/slideLayout" Target="/ppt/slideLayouts/slideLayout6.xml" Id="R16181da7e7a64f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4e183b435347eb"/>
    <p:sldLayoutId xmlns:r="http://schemas.openxmlformats.org/officeDocument/2006/relationships" id="2147483650" r:id="R954a5addc81340c8"/>
    <p:sldLayoutId xmlns:r="http://schemas.openxmlformats.org/officeDocument/2006/relationships" id="2147483651" r:id="Rde25ee4cf7af44dc"/>
    <p:sldLayoutId xmlns:r="http://schemas.openxmlformats.org/officeDocument/2006/relationships" id="2147483652" r:id="Ra4bafff7b9814737"/>
    <p:sldLayoutId xmlns:r="http://schemas.openxmlformats.org/officeDocument/2006/relationships" id="2147483653" r:id="Re4e1d007ee7c4457"/>
    <p:sldLayoutId xmlns:r="http://schemas.openxmlformats.org/officeDocument/2006/relationships" id="2147483654" r:id="R16181da7e7a64f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1d8a7b023f43c9" /><Relationship Type="http://schemas.openxmlformats.org/officeDocument/2006/relationships/notesSlide" Target="/ppt/notesSlides/notesSlide1.xml" Id="R0e228e62c26c44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5152d5734d451f" /><Relationship Type="http://schemas.openxmlformats.org/officeDocument/2006/relationships/notesSlide" Target="/ppt/notesSlides/notesSlide2.xml" Id="Rf743d39f161e49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f43d6e084634fad" /><Relationship Type="http://schemas.openxmlformats.org/officeDocument/2006/relationships/notesSlide" Target="/ppt/notesSlides/notesSlide3.xml" Id="Rf94b2be01ea84c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76e4ba7967c4d30" /><Relationship Type="http://schemas.openxmlformats.org/officeDocument/2006/relationships/notesSlide" Target="/ppt/notesSlides/notesSlide4.xml" Id="Ra9f6bcf66c594b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46a4d23bdd6447f" /><Relationship Type="http://schemas.openxmlformats.org/officeDocument/2006/relationships/notesSlide" Target="/ppt/notesSlides/notesSlide5.xml" Id="R211fa994282b40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be07de8af843fa" /><Relationship Type="http://schemas.openxmlformats.org/officeDocument/2006/relationships/image" Target="/ppt/media/image.jpeg" Id="Rb1ac4ef841674795" /><Relationship Type="http://schemas.openxmlformats.org/officeDocument/2006/relationships/notesSlide" Target="/ppt/notesSlides/notesSlide6.xml" Id="R0f4c294a55cb41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2e54015a9154706" /><Relationship Type="http://schemas.openxmlformats.org/officeDocument/2006/relationships/notesSlide" Target="/ppt/notesSlides/notesSlide7.xml" Id="R8dfce85224854d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9d1301f707e4627" /><Relationship Type="http://schemas.openxmlformats.org/officeDocument/2006/relationships/notesSlide" Target="/ppt/notesSlides/notesSlide8.xml" Id="R524f791b4b7848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9f8e12fe4cf4c00" /><Relationship Type="http://schemas.openxmlformats.org/officeDocument/2006/relationships/notesSlide" Target="/ppt/notesSlides/notesSlide9.xml" Id="Ra553dd466dd145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5fca8332d714cc2" /><Relationship Type="http://schemas.openxmlformats.org/officeDocument/2006/relationships/notesSlide" Target="/ppt/notesSlides/notesSlide10.xml" Id="R6991b58ab3da43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6e92af45a0b49ee" /><Relationship Type="http://schemas.openxmlformats.org/officeDocument/2006/relationships/notesSlide" Target="/ppt/notesSlides/notesSlide11.xml" Id="Rf0e2e610ba6e4311" /></Relationships>
</file>

<file path=ppt/slides/slide1.xml><?xml version="1.0" encoding="utf-8"?>
<p:sld xmlns:p="http://schemas.openxmlformats.org/presentationml/2006/main">
  <p:cSld>
    <p:bg>
      <p:bgPr>
        <a:solidFill xmlns:a="http://schemas.openxmlformats.org/drawingml/2006/main">
          <a:srgbClr val="294F4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B5DB7D-F9A6-4264-96B9-C94EB0ABB2F3}"/>
              </a:ext>
            </a:extLst>
          </p:cNvPr>
          <p:cNvSpPr>
            <a:spLocks xmlns:a="http://schemas.openxmlformats.org/drawingml/2006/main" noGrp="1"/>
          </p:cNvSpPr>
          <p:nvPr/>
        </p:nvSpPr>
        <p:spPr>
          <a:xfrm xmlns:a="http://schemas.openxmlformats.org/drawingml/2006/main">
            <a:off x="685800" y="361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DBE6DD"/>
                </a:solidFill>
                <a:latin typeface="Arial"/>
                <a:ea typeface="Arial"/>
                <a:cs typeface="Arial"/>
              </a:defRPr>
            </a:defPPr>
            <a:lvl1pPr>
              <a:defRPr sz="1350" b="1">
                <a:solidFill>
                  <a:srgbClr val="DBE6DD"/>
                </a:solidFill>
                <a:latin typeface="Arial"/>
                <a:ea typeface="Arial"/>
                <a:cs typeface="Arial"/>
              </a:defRPr>
            </a:lvl1pPr>
            <a:lvl2pPr>
              <a:defRPr sz="1350" b="1">
                <a:solidFill>
                  <a:srgbClr val="DBE6DD"/>
                </a:solidFill>
                <a:latin typeface="Arial"/>
                <a:ea typeface="Arial"/>
                <a:cs typeface="Arial"/>
              </a:defRPr>
            </a:lvl2pPr>
            <a:lvl3pPr>
              <a:defRPr sz="1350" b="1">
                <a:solidFill>
                  <a:srgbClr val="DBE6DD"/>
                </a:solidFill>
                <a:latin typeface="Arial"/>
                <a:ea typeface="Arial"/>
                <a:cs typeface="Arial"/>
              </a:defRPr>
            </a:lvl3pPr>
            <a:lvl4pPr>
              <a:defRPr sz="1350" b="1">
                <a:solidFill>
                  <a:srgbClr val="DBE6DD"/>
                </a:solidFill>
                <a:latin typeface="Arial"/>
                <a:ea typeface="Arial"/>
                <a:cs typeface="Arial"/>
              </a:defRPr>
            </a:lvl4pPr>
            <a:lvl5pPr>
              <a:defRPr sz="1350" b="1">
                <a:solidFill>
                  <a:srgbClr val="DBE6DD"/>
                </a:solidFill>
                <a:latin typeface="Arial"/>
                <a:ea typeface="Arial"/>
                <a:cs typeface="Arial"/>
              </a:defRPr>
            </a:lvl5pPr>
            <a:lvl6pPr>
              <a:defRPr sz="1350" b="1">
                <a:solidFill>
                  <a:srgbClr val="DBE6DD"/>
                </a:solidFill>
                <a:latin typeface="Arial"/>
                <a:ea typeface="Arial"/>
                <a:cs typeface="Arial"/>
              </a:defRPr>
            </a:lvl6pPr>
            <a:lvl7pPr>
              <a:defRPr sz="1350" b="1">
                <a:solidFill>
                  <a:srgbClr val="DBE6DD"/>
                </a:solidFill>
                <a:latin typeface="Arial"/>
                <a:ea typeface="Arial"/>
                <a:cs typeface="Arial"/>
              </a:defRPr>
            </a:lvl7pPr>
            <a:lvl8pPr>
              <a:defRPr sz="1350" b="1">
                <a:solidFill>
                  <a:srgbClr val="DBE6DD"/>
                </a:solidFill>
                <a:latin typeface="Arial"/>
                <a:ea typeface="Arial"/>
                <a:cs typeface="Arial"/>
              </a:defRPr>
            </a:lvl8pPr>
            <a:lvl9pPr>
              <a:defRPr sz="1350" b="1">
                <a:solidFill>
                  <a:srgbClr val="DBE6DD"/>
                </a:solidFill>
                <a:latin typeface="Arial"/>
                <a:ea typeface="Arial"/>
                <a:cs typeface="Arial"/>
              </a:defRPr>
            </a:lvl9pPr>
          </a:lstStyle>
          <a:p xmlns:a="http://schemas.openxmlformats.org/drawingml/2006/main">
            <a:pPr>
              <a:defRPr sz="1350" b="1">
                <a:solidFill>
                  <a:srgbClr val="DBE6DD"/>
                </a:solidFill>
                <a:latin typeface="Arial"/>
                <a:ea typeface="Arial"/>
                <a:cs typeface="Arial"/>
              </a:defRPr>
            </a:pPr>
            <a:r>
              <a:rPr sz="1350" b="1">
                <a:solidFill>
                  <a:srgbClr val="DBE6DD"/>
                </a:solidFill>
                <a:latin typeface="Arial"/>
                <a:ea typeface="Arial"/>
                <a:cs typeface="Arial"/>
              </a:rPr>
              <a:t>PROJECT PRESENTATION</a:t>
            </a:r>
          </a:p>
        </p:txBody>
      </p:sp>
      <p:sp>
        <p:nvSpPr>
          <p:cNvPr id="2" name="">
            <a:extLst xmlns:a="http://schemas.openxmlformats.org/drawingml/2006/main">
              <a:ext uri="{FF2B5EF4-FFF2-40B4-BE49-F238E27FC236}">
                <a16:creationId xmlns:a16="http://schemas.microsoft.com/office/drawing/2014/main" id="{36E0E2C2-5288-421A-BD60-A20CFDD0C053}"/>
              </a:ext>
            </a:extLst>
          </p:cNvPr>
          <p:cNvSpPr>
            <a:spLocks xmlns:a="http://schemas.openxmlformats.org/drawingml/2006/main" noGrp="1"/>
          </p:cNvSpPr>
          <p:nvPr/>
        </p:nvSpPr>
        <p:spPr>
          <a:xfrm xmlns:a="http://schemas.openxmlformats.org/drawingml/2006/main">
            <a:off x="685800" y="952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Campus Helpdesk</a:t>
            </a:r>
          </a:p>
        </p:txBody>
      </p:sp>
      <p:sp>
        <p:nvSpPr>
          <p:cNvPr id="3" name="">
            <a:extLst xmlns:a="http://schemas.openxmlformats.org/drawingml/2006/main">
              <a:ext uri="{FF2B5EF4-FFF2-40B4-BE49-F238E27FC236}">
                <a16:creationId xmlns:a16="http://schemas.microsoft.com/office/drawing/2014/main" id="{D23BFAD6-5191-44B8-AE5F-F6BAB4D44E79}"/>
              </a:ext>
            </a:extLst>
          </p:cNvPr>
          <p:cNvSpPr>
            <a:spLocks xmlns:a="http://schemas.openxmlformats.org/drawingml/2006/main" noGrp="1"/>
          </p:cNvSpPr>
          <p:nvPr/>
        </p:nvSpPr>
        <p:spPr>
          <a:xfrm xmlns:a="http://schemas.openxmlformats.org/drawingml/2006/main">
            <a:off x="685800" y="641985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DBE6DD"/>
                </a:solidFill>
                <a:latin typeface="Arial"/>
                <a:ea typeface="Arial"/>
                <a:cs typeface="Arial"/>
              </a:defRPr>
            </a:defPPr>
            <a:lvl1pPr>
              <a:defRPr sz="1050" b="0">
                <a:solidFill>
                  <a:srgbClr val="DBE6DD"/>
                </a:solidFill>
                <a:latin typeface="Arial"/>
                <a:ea typeface="Arial"/>
                <a:cs typeface="Arial"/>
              </a:defRPr>
            </a:lvl1pPr>
            <a:lvl2pPr>
              <a:defRPr sz="1050" b="0">
                <a:solidFill>
                  <a:srgbClr val="DBE6DD"/>
                </a:solidFill>
                <a:latin typeface="Arial"/>
                <a:ea typeface="Arial"/>
                <a:cs typeface="Arial"/>
              </a:defRPr>
            </a:lvl2pPr>
            <a:lvl3pPr>
              <a:defRPr sz="1050" b="0">
                <a:solidFill>
                  <a:srgbClr val="DBE6DD"/>
                </a:solidFill>
                <a:latin typeface="Arial"/>
                <a:ea typeface="Arial"/>
                <a:cs typeface="Arial"/>
              </a:defRPr>
            </a:lvl3pPr>
            <a:lvl4pPr>
              <a:defRPr sz="1050" b="0">
                <a:solidFill>
                  <a:srgbClr val="DBE6DD"/>
                </a:solidFill>
                <a:latin typeface="Arial"/>
                <a:ea typeface="Arial"/>
                <a:cs typeface="Arial"/>
              </a:defRPr>
            </a:lvl4pPr>
            <a:lvl5pPr>
              <a:defRPr sz="1050" b="0">
                <a:solidFill>
                  <a:srgbClr val="DBE6DD"/>
                </a:solidFill>
                <a:latin typeface="Arial"/>
                <a:ea typeface="Arial"/>
                <a:cs typeface="Arial"/>
              </a:defRPr>
            </a:lvl5pPr>
            <a:lvl6pPr>
              <a:defRPr sz="1050" b="0">
                <a:solidFill>
                  <a:srgbClr val="DBE6DD"/>
                </a:solidFill>
                <a:latin typeface="Arial"/>
                <a:ea typeface="Arial"/>
                <a:cs typeface="Arial"/>
              </a:defRPr>
            </a:lvl6pPr>
            <a:lvl7pPr>
              <a:defRPr sz="1050" b="0">
                <a:solidFill>
                  <a:srgbClr val="DBE6DD"/>
                </a:solidFill>
                <a:latin typeface="Arial"/>
                <a:ea typeface="Arial"/>
                <a:cs typeface="Arial"/>
              </a:defRPr>
            </a:lvl7pPr>
            <a:lvl8pPr>
              <a:defRPr sz="1050" b="0">
                <a:solidFill>
                  <a:srgbClr val="DBE6DD"/>
                </a:solidFill>
                <a:latin typeface="Arial"/>
                <a:ea typeface="Arial"/>
                <a:cs typeface="Arial"/>
              </a:defRPr>
            </a:lvl8pPr>
            <a:lvl9pPr>
              <a:defRPr sz="1050" b="0">
                <a:solidFill>
                  <a:srgbClr val="DBE6DD"/>
                </a:solidFill>
                <a:latin typeface="Arial"/>
                <a:ea typeface="Arial"/>
                <a:cs typeface="Arial"/>
              </a:defRPr>
            </a:lvl9pPr>
          </a:lstStyle>
          <a:p xmlns:a="http://schemas.openxmlformats.org/drawingml/2006/main">
            <a:pPr>
              <a:defRPr sz="1050" b="0">
                <a:solidFill>
                  <a:srgbClr val="DBE6DD"/>
                </a:solidFill>
                <a:latin typeface="Arial"/>
                <a:ea typeface="Arial"/>
                <a:cs typeface="Arial"/>
              </a:defRPr>
            </a:pPr>
            <a:r>
              <a:rPr sz="1050" b="0">
                <a:solidFill>
                  <a:srgbClr val="DBE6DD"/>
                </a:solidFill>
                <a:latin typeface="Arial"/>
                <a:ea typeface="Arial"/>
                <a:cs typeface="Arial"/>
              </a:rPr>
              <a:t>CAMPUS HELPDESK     /     01</a:t>
            </a:r>
          </a:p>
        </p:txBody>
      </p:sp>
      <p:sp>
        <p:nvSpPr>
          <p:cNvPr id="4" name="">
            <a:extLst xmlns:a="http://schemas.openxmlformats.org/drawingml/2006/main">
              <a:ext uri="{FF2B5EF4-FFF2-40B4-BE49-F238E27FC236}">
                <a16:creationId xmlns:a16="http://schemas.microsoft.com/office/drawing/2014/main" id="{434B0EEB-625D-43AA-A013-69ED891D2781}"/>
              </a:ext>
            </a:extLst>
          </p:cNvPr>
          <p:cNvSpPr>
            <a:spLocks xmlns:a="http://schemas.openxmlformats.org/drawingml/2006/main" noGrp="1"/>
          </p:cNvSpPr>
          <p:nvPr/>
        </p:nvSpPr>
        <p:spPr>
          <a:xfrm xmlns:a="http://schemas.openxmlformats.org/drawingml/2006/main">
            <a:off x="685800" y="2381250"/>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0">
                <a:solidFill>
                  <a:srgbClr val="FFFFFF"/>
                </a:solidFill>
                <a:latin typeface="Arial"/>
                <a:ea typeface="Arial"/>
                <a:cs typeface="Arial"/>
              </a:defRPr>
            </a:defPPr>
            <a:lvl1pPr>
              <a:defRPr sz="4125" b="0">
                <a:solidFill>
                  <a:srgbClr val="FFFFFF"/>
                </a:solidFill>
                <a:latin typeface="Arial"/>
                <a:ea typeface="Arial"/>
                <a:cs typeface="Arial"/>
              </a:defRPr>
            </a:lvl1pPr>
            <a:lvl2pPr>
              <a:defRPr sz="4125" b="0">
                <a:solidFill>
                  <a:srgbClr val="FFFFFF"/>
                </a:solidFill>
                <a:latin typeface="Arial"/>
                <a:ea typeface="Arial"/>
                <a:cs typeface="Arial"/>
              </a:defRPr>
            </a:lvl2pPr>
            <a:lvl3pPr>
              <a:defRPr sz="4125" b="0">
                <a:solidFill>
                  <a:srgbClr val="FFFFFF"/>
                </a:solidFill>
                <a:latin typeface="Arial"/>
                <a:ea typeface="Arial"/>
                <a:cs typeface="Arial"/>
              </a:defRPr>
            </a:lvl3pPr>
            <a:lvl4pPr>
              <a:defRPr sz="4125" b="0">
                <a:solidFill>
                  <a:srgbClr val="FFFFFF"/>
                </a:solidFill>
                <a:latin typeface="Arial"/>
                <a:ea typeface="Arial"/>
                <a:cs typeface="Arial"/>
              </a:defRPr>
            </a:lvl4pPr>
            <a:lvl5pPr>
              <a:defRPr sz="4125" b="0">
                <a:solidFill>
                  <a:srgbClr val="FFFFFF"/>
                </a:solidFill>
                <a:latin typeface="Arial"/>
                <a:ea typeface="Arial"/>
                <a:cs typeface="Arial"/>
              </a:defRPr>
            </a:lvl5pPr>
            <a:lvl6pPr>
              <a:defRPr sz="4125" b="0">
                <a:solidFill>
                  <a:srgbClr val="FFFFFF"/>
                </a:solidFill>
                <a:latin typeface="Arial"/>
                <a:ea typeface="Arial"/>
                <a:cs typeface="Arial"/>
              </a:defRPr>
            </a:lvl6pPr>
            <a:lvl7pPr>
              <a:defRPr sz="4125" b="0">
                <a:solidFill>
                  <a:srgbClr val="FFFFFF"/>
                </a:solidFill>
                <a:latin typeface="Arial"/>
                <a:ea typeface="Arial"/>
                <a:cs typeface="Arial"/>
              </a:defRPr>
            </a:lvl7pPr>
            <a:lvl8pPr>
              <a:defRPr sz="4125" b="0">
                <a:solidFill>
                  <a:srgbClr val="FFFFFF"/>
                </a:solidFill>
                <a:latin typeface="Arial"/>
                <a:ea typeface="Arial"/>
                <a:cs typeface="Arial"/>
              </a:defRPr>
            </a:lvl8pPr>
            <a:lvl9pPr>
              <a:defRPr sz="4125" b="0">
                <a:solidFill>
                  <a:srgbClr val="FFFFFF"/>
                </a:solidFill>
                <a:latin typeface="Arial"/>
                <a:ea typeface="Arial"/>
                <a:cs typeface="Arial"/>
              </a:defRPr>
            </a:lvl9pPr>
          </a:lstStyle>
          <a:p xmlns:a="http://schemas.openxmlformats.org/drawingml/2006/main">
            <a:pPr>
              <a:defRPr sz="4125" b="0">
                <a:solidFill>
                  <a:srgbClr val="FFFFFF"/>
                </a:solidFill>
                <a:latin typeface="Arial"/>
                <a:ea typeface="Arial"/>
                <a:cs typeface="Arial"/>
              </a:defRPr>
            </a:pPr>
            <a:r>
              <a:rPr sz="4125" b="0">
                <a:solidFill>
                  <a:srgbClr val="FFFFFF"/>
                </a:solidFill>
                <a:latin typeface="Arial"/>
                <a:ea typeface="Arial"/>
                <a:cs typeface="Arial"/>
              </a:rPr>
              <a:t>An AI helpdesk for</a:t>
            </a:r>
          </a:p>
          <a:p xmlns:a="http://schemas.openxmlformats.org/drawingml/2006/main">
            <a:pPr>
              <a:defRPr sz="4125" b="0">
                <a:solidFill>
                  <a:srgbClr val="FFFFFF"/>
                </a:solidFill>
                <a:latin typeface="Arial"/>
                <a:ea typeface="Arial"/>
                <a:cs typeface="Arial"/>
              </a:defRPr>
            </a:pPr>
            <a:r>
              <a:rPr sz="4125" b="0">
                <a:solidFill>
                  <a:srgbClr val="FFFFFF"/>
                </a:solidFill>
                <a:latin typeface="Arial"/>
                <a:ea typeface="Arial"/>
                <a:cs typeface="Arial"/>
              </a:rPr>
              <a:t>campus questions</a:t>
            </a:r>
          </a:p>
        </p:txBody>
      </p:sp>
      <p:sp>
        <p:nvSpPr>
          <p:cNvPr id="5" name="">
            <a:extLst xmlns:a="http://schemas.openxmlformats.org/drawingml/2006/main">
              <a:ext uri="{FF2B5EF4-FFF2-40B4-BE49-F238E27FC236}">
                <a16:creationId xmlns:a16="http://schemas.microsoft.com/office/drawing/2014/main" id="{9E3AF564-1F98-450E-83CB-9F12A9A7E9F6}"/>
              </a:ext>
            </a:extLst>
          </p:cNvPr>
          <p:cNvSpPr>
            <a:spLocks xmlns:a="http://schemas.openxmlformats.org/drawingml/2006/main" noGrp="1"/>
          </p:cNvSpPr>
          <p:nvPr/>
        </p:nvSpPr>
        <p:spPr>
          <a:xfrm xmlns:a="http://schemas.openxmlformats.org/drawingml/2006/main">
            <a:off x="685800" y="44291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DBE6DD"/>
                </a:solidFill>
                <a:latin typeface="Arial"/>
                <a:ea typeface="Arial"/>
                <a:cs typeface="Arial"/>
              </a:defRPr>
            </a:defPPr>
            <a:lvl1pPr>
              <a:defRPr sz="2250" b="0">
                <a:solidFill>
                  <a:srgbClr val="DBE6DD"/>
                </a:solidFill>
                <a:latin typeface="Arial"/>
                <a:ea typeface="Arial"/>
                <a:cs typeface="Arial"/>
              </a:defRPr>
            </a:lvl1pPr>
            <a:lvl2pPr>
              <a:defRPr sz="2250" b="0">
                <a:solidFill>
                  <a:srgbClr val="DBE6DD"/>
                </a:solidFill>
                <a:latin typeface="Arial"/>
                <a:ea typeface="Arial"/>
                <a:cs typeface="Arial"/>
              </a:defRPr>
            </a:lvl2pPr>
            <a:lvl3pPr>
              <a:defRPr sz="2250" b="0">
                <a:solidFill>
                  <a:srgbClr val="DBE6DD"/>
                </a:solidFill>
                <a:latin typeface="Arial"/>
                <a:ea typeface="Arial"/>
                <a:cs typeface="Arial"/>
              </a:defRPr>
            </a:lvl3pPr>
            <a:lvl4pPr>
              <a:defRPr sz="2250" b="0">
                <a:solidFill>
                  <a:srgbClr val="DBE6DD"/>
                </a:solidFill>
                <a:latin typeface="Arial"/>
                <a:ea typeface="Arial"/>
                <a:cs typeface="Arial"/>
              </a:defRPr>
            </a:lvl4pPr>
            <a:lvl5pPr>
              <a:defRPr sz="2250" b="0">
                <a:solidFill>
                  <a:srgbClr val="DBE6DD"/>
                </a:solidFill>
                <a:latin typeface="Arial"/>
                <a:ea typeface="Arial"/>
                <a:cs typeface="Arial"/>
              </a:defRPr>
            </a:lvl5pPr>
            <a:lvl6pPr>
              <a:defRPr sz="2250" b="0">
                <a:solidFill>
                  <a:srgbClr val="DBE6DD"/>
                </a:solidFill>
                <a:latin typeface="Arial"/>
                <a:ea typeface="Arial"/>
                <a:cs typeface="Arial"/>
              </a:defRPr>
            </a:lvl6pPr>
            <a:lvl7pPr>
              <a:defRPr sz="2250" b="0">
                <a:solidFill>
                  <a:srgbClr val="DBE6DD"/>
                </a:solidFill>
                <a:latin typeface="Arial"/>
                <a:ea typeface="Arial"/>
                <a:cs typeface="Arial"/>
              </a:defRPr>
            </a:lvl7pPr>
            <a:lvl8pPr>
              <a:defRPr sz="2250" b="0">
                <a:solidFill>
                  <a:srgbClr val="DBE6DD"/>
                </a:solidFill>
                <a:latin typeface="Arial"/>
                <a:ea typeface="Arial"/>
                <a:cs typeface="Arial"/>
              </a:defRPr>
            </a:lvl8pPr>
            <a:lvl9pPr>
              <a:defRPr sz="2250" b="0">
                <a:solidFill>
                  <a:srgbClr val="DBE6DD"/>
                </a:solidFill>
                <a:latin typeface="Arial"/>
                <a:ea typeface="Arial"/>
                <a:cs typeface="Arial"/>
              </a:defRPr>
            </a:lvl9pPr>
          </a:lstStyle>
          <a:p xmlns:a="http://schemas.openxmlformats.org/drawingml/2006/main">
            <a:pPr>
              <a:defRPr sz="2250" b="0">
                <a:solidFill>
                  <a:srgbClr val="DBE6DD"/>
                </a:solidFill>
                <a:latin typeface="Arial"/>
                <a:ea typeface="Arial"/>
                <a:cs typeface="Arial"/>
              </a:defRPr>
            </a:pPr>
            <a:r>
              <a:rPr sz="2250" b="0">
                <a:solidFill>
                  <a:srgbClr val="DBE6DD"/>
                </a:solidFill>
                <a:latin typeface="Arial"/>
                <a:ea typeface="Arial"/>
                <a:cs typeface="Arial"/>
              </a:rPr>
              <a:t>VIT Vellore</a:t>
            </a:r>
          </a:p>
        </p:txBody>
      </p:sp>
      <p:sp>
        <p:nvSpPr>
          <p:cNvPr id="6" name="">
            <a:extLst xmlns:a="http://schemas.openxmlformats.org/drawingml/2006/main">
              <a:ext uri="{FF2B5EF4-FFF2-40B4-BE49-F238E27FC236}">
                <a16:creationId xmlns:a16="http://schemas.microsoft.com/office/drawing/2014/main" id="{EDC5AF14-805E-4AB8-AC50-584D43549AA7}"/>
              </a:ext>
            </a:extLst>
          </p:cNvPr>
          <p:cNvSpPr>
            <a:spLocks xmlns:a="http://schemas.openxmlformats.org/drawingml/2006/main" noGrp="1"/>
          </p:cNvSpPr>
          <p:nvPr/>
        </p:nvSpPr>
        <p:spPr>
          <a:xfrm xmlns:a="http://schemas.openxmlformats.org/drawingml/2006/main">
            <a:off x="685800" y="5200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BE6DD"/>
                </a:solidFill>
                <a:latin typeface="Arial"/>
                <a:ea typeface="Arial"/>
                <a:cs typeface="Arial"/>
              </a:defRPr>
            </a:defPPr>
            <a:lvl1pPr>
              <a:defRPr sz="1875" b="0">
                <a:solidFill>
                  <a:srgbClr val="DBE6DD"/>
                </a:solidFill>
                <a:latin typeface="Arial"/>
                <a:ea typeface="Arial"/>
                <a:cs typeface="Arial"/>
              </a:defRPr>
            </a:lvl1pPr>
            <a:lvl2pPr>
              <a:defRPr sz="1875" b="0">
                <a:solidFill>
                  <a:srgbClr val="DBE6DD"/>
                </a:solidFill>
                <a:latin typeface="Arial"/>
                <a:ea typeface="Arial"/>
                <a:cs typeface="Arial"/>
              </a:defRPr>
            </a:lvl2pPr>
            <a:lvl3pPr>
              <a:defRPr sz="1875" b="0">
                <a:solidFill>
                  <a:srgbClr val="DBE6DD"/>
                </a:solidFill>
                <a:latin typeface="Arial"/>
                <a:ea typeface="Arial"/>
                <a:cs typeface="Arial"/>
              </a:defRPr>
            </a:lvl3pPr>
            <a:lvl4pPr>
              <a:defRPr sz="1875" b="0">
                <a:solidFill>
                  <a:srgbClr val="DBE6DD"/>
                </a:solidFill>
                <a:latin typeface="Arial"/>
                <a:ea typeface="Arial"/>
                <a:cs typeface="Arial"/>
              </a:defRPr>
            </a:lvl4pPr>
            <a:lvl5pPr>
              <a:defRPr sz="1875" b="0">
                <a:solidFill>
                  <a:srgbClr val="DBE6DD"/>
                </a:solidFill>
                <a:latin typeface="Arial"/>
                <a:ea typeface="Arial"/>
                <a:cs typeface="Arial"/>
              </a:defRPr>
            </a:lvl5pPr>
            <a:lvl6pPr>
              <a:defRPr sz="1875" b="0">
                <a:solidFill>
                  <a:srgbClr val="DBE6DD"/>
                </a:solidFill>
                <a:latin typeface="Arial"/>
                <a:ea typeface="Arial"/>
                <a:cs typeface="Arial"/>
              </a:defRPr>
            </a:lvl6pPr>
            <a:lvl7pPr>
              <a:defRPr sz="1875" b="0">
                <a:solidFill>
                  <a:srgbClr val="DBE6DD"/>
                </a:solidFill>
                <a:latin typeface="Arial"/>
                <a:ea typeface="Arial"/>
                <a:cs typeface="Arial"/>
              </a:defRPr>
            </a:lvl7pPr>
            <a:lvl8pPr>
              <a:defRPr sz="1875" b="0">
                <a:solidFill>
                  <a:srgbClr val="DBE6DD"/>
                </a:solidFill>
                <a:latin typeface="Arial"/>
                <a:ea typeface="Arial"/>
                <a:cs typeface="Arial"/>
              </a:defRPr>
            </a:lvl8pPr>
            <a:lvl9pPr>
              <a:defRPr sz="1875" b="0">
                <a:solidFill>
                  <a:srgbClr val="DBE6DD"/>
                </a:solidFill>
                <a:latin typeface="Arial"/>
                <a:ea typeface="Arial"/>
                <a:cs typeface="Arial"/>
              </a:defRPr>
            </a:lvl9pPr>
          </a:lstStyle>
          <a:p xmlns:a="http://schemas.openxmlformats.org/drawingml/2006/main">
            <a:pPr>
              <a:defRPr sz="1875" b="0">
                <a:solidFill>
                  <a:srgbClr val="DBE6DD"/>
                </a:solidFill>
                <a:latin typeface="Arial"/>
                <a:ea typeface="Arial"/>
                <a:cs typeface="Arial"/>
              </a:defRPr>
            </a:pPr>
            <a:r>
              <a:rPr sz="1875" b="0">
                <a:solidFill>
                  <a:srgbClr val="DBE6DD"/>
                </a:solidFill>
                <a:latin typeface="Arial"/>
                <a:ea typeface="Arial"/>
                <a:cs typeface="Arial"/>
              </a:rPr>
              <a:t>26 October 2026</a:t>
            </a:r>
          </a:p>
        </p:txBody>
      </p:sp>
    </p:spTree>
    <p:extLst>
      <p:ext uri="{BB962C8B-B14F-4D97-AF65-F5344CB8AC3E}">
        <p14:creationId xmlns:p14="http://schemas.microsoft.com/office/powerpoint/2010/main" val="2038227968"/>
      </p:ext>
    </p:extLst>
  </p:cSld>
</p:sld>
</file>

<file path=ppt/slides/slide2.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E92AF4-B35B-4231-A41B-A43C7C92CEAF}"/>
              </a:ext>
            </a:extLst>
          </p:cNvPr>
          <p:cNvSpPr>
            <a:spLocks xmlns:a="http://schemas.openxmlformats.org/drawingml/2006/main" noGrp="1"/>
          </p:cNvSpPr>
          <p:nvPr/>
        </p:nvSpPr>
        <p:spPr>
          <a:xfrm xmlns:a="http://schemas.openxmlformats.org/drawingml/2006/main">
            <a:off x="685800" y="361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01  PROBLEM</a:t>
            </a:r>
          </a:p>
        </p:txBody>
      </p:sp>
      <p:sp>
        <p:nvSpPr>
          <p:cNvPr id="2" name="">
            <a:extLst xmlns:a="http://schemas.openxmlformats.org/drawingml/2006/main">
              <a:ext uri="{FF2B5EF4-FFF2-40B4-BE49-F238E27FC236}">
                <a16:creationId xmlns:a16="http://schemas.microsoft.com/office/drawing/2014/main" id="{6CD6D2DC-C930-4388-BF9E-43C60A14C8A1}"/>
              </a:ext>
            </a:extLst>
          </p:cNvPr>
          <p:cNvSpPr>
            <a:spLocks xmlns:a="http://schemas.openxmlformats.org/drawingml/2006/main" noGrp="1"/>
          </p:cNvSpPr>
          <p:nvPr/>
        </p:nvSpPr>
        <p:spPr>
          <a:xfrm xmlns:a="http://schemas.openxmlformats.org/drawingml/2006/main">
            <a:off x="685800" y="952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Finding the right campus information</a:t>
            </a:r>
          </a:p>
        </p:txBody>
      </p:sp>
      <p:sp>
        <p:nvSpPr>
          <p:cNvPr id="3" name="">
            <a:extLst xmlns:a="http://schemas.openxmlformats.org/drawingml/2006/main">
              <a:ext uri="{FF2B5EF4-FFF2-40B4-BE49-F238E27FC236}">
                <a16:creationId xmlns:a16="http://schemas.microsoft.com/office/drawing/2014/main" id="{AAE6CBCB-281C-4B03-9E22-132618027CF9}"/>
              </a:ext>
            </a:extLst>
          </p:cNvPr>
          <p:cNvSpPr>
            <a:spLocks xmlns:a="http://schemas.openxmlformats.org/drawingml/2006/main" noGrp="1"/>
          </p:cNvSpPr>
          <p:nvPr/>
        </p:nvSpPr>
        <p:spPr>
          <a:xfrm xmlns:a="http://schemas.openxmlformats.org/drawingml/2006/main">
            <a:off x="685800" y="641985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02</a:t>
            </a:r>
          </a:p>
        </p:txBody>
      </p:sp>
      <p:sp>
        <p:nvSpPr>
          <p:cNvPr id="4" name="">
            <a:extLst xmlns:a="http://schemas.openxmlformats.org/drawingml/2006/main">
              <a:ext uri="{FF2B5EF4-FFF2-40B4-BE49-F238E27FC236}">
                <a16:creationId xmlns:a16="http://schemas.microsoft.com/office/drawing/2014/main" id="{EA257AC8-C547-40C2-8DD0-CF04CE224988}"/>
              </a:ext>
            </a:extLst>
          </p:cNvPr>
          <p:cNvSpPr>
            <a:spLocks xmlns:a="http://schemas.openxmlformats.org/drawingml/2006/main" noGrp="1"/>
          </p:cNvSpPr>
          <p:nvPr/>
        </p:nvSpPr>
        <p:spPr>
          <a:xfrm xmlns:a="http://schemas.openxmlformats.org/drawingml/2006/main">
            <a:off x="685800" y="22098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94F40"/>
                </a:solidFill>
                <a:latin typeface="Arial"/>
                <a:ea typeface="Arial"/>
                <a:cs typeface="Arial"/>
              </a:defRPr>
            </a:defPPr>
            <a:lvl1pPr>
              <a:defRPr sz="3225" b="1">
                <a:solidFill>
                  <a:srgbClr val="294F40"/>
                </a:solidFill>
                <a:latin typeface="Arial"/>
                <a:ea typeface="Arial"/>
                <a:cs typeface="Arial"/>
              </a:defRPr>
            </a:lvl1pPr>
            <a:lvl2pPr>
              <a:defRPr sz="3225" b="1">
                <a:solidFill>
                  <a:srgbClr val="294F40"/>
                </a:solidFill>
                <a:latin typeface="Arial"/>
                <a:ea typeface="Arial"/>
                <a:cs typeface="Arial"/>
              </a:defRPr>
            </a:lvl2pPr>
            <a:lvl3pPr>
              <a:defRPr sz="3225" b="1">
                <a:solidFill>
                  <a:srgbClr val="294F40"/>
                </a:solidFill>
                <a:latin typeface="Arial"/>
                <a:ea typeface="Arial"/>
                <a:cs typeface="Arial"/>
              </a:defRPr>
            </a:lvl3pPr>
            <a:lvl4pPr>
              <a:defRPr sz="3225" b="1">
                <a:solidFill>
                  <a:srgbClr val="294F40"/>
                </a:solidFill>
                <a:latin typeface="Arial"/>
                <a:ea typeface="Arial"/>
                <a:cs typeface="Arial"/>
              </a:defRPr>
            </a:lvl4pPr>
            <a:lvl5pPr>
              <a:defRPr sz="3225" b="1">
                <a:solidFill>
                  <a:srgbClr val="294F40"/>
                </a:solidFill>
                <a:latin typeface="Arial"/>
                <a:ea typeface="Arial"/>
                <a:cs typeface="Arial"/>
              </a:defRPr>
            </a:lvl5pPr>
            <a:lvl6pPr>
              <a:defRPr sz="3225" b="1">
                <a:solidFill>
                  <a:srgbClr val="294F40"/>
                </a:solidFill>
                <a:latin typeface="Arial"/>
                <a:ea typeface="Arial"/>
                <a:cs typeface="Arial"/>
              </a:defRPr>
            </a:lvl6pPr>
            <a:lvl7pPr>
              <a:defRPr sz="3225" b="1">
                <a:solidFill>
                  <a:srgbClr val="294F40"/>
                </a:solidFill>
                <a:latin typeface="Arial"/>
                <a:ea typeface="Arial"/>
                <a:cs typeface="Arial"/>
              </a:defRPr>
            </a:lvl7pPr>
            <a:lvl8pPr>
              <a:defRPr sz="3225" b="1">
                <a:solidFill>
                  <a:srgbClr val="294F40"/>
                </a:solidFill>
                <a:latin typeface="Arial"/>
                <a:ea typeface="Arial"/>
                <a:cs typeface="Arial"/>
              </a:defRPr>
            </a:lvl8pPr>
            <a:lvl9pPr>
              <a:defRPr sz="3225" b="1">
                <a:solidFill>
                  <a:srgbClr val="294F40"/>
                </a:solidFill>
                <a:latin typeface="Arial"/>
                <a:ea typeface="Arial"/>
                <a:cs typeface="Arial"/>
              </a:defRPr>
            </a:lvl9pPr>
          </a:lstStyle>
          <a:p xmlns:a="http://schemas.openxmlformats.org/drawingml/2006/main">
            <a:pPr>
              <a:defRPr sz="3225" b="1">
                <a:solidFill>
                  <a:srgbClr val="294F40"/>
                </a:solidFill>
                <a:latin typeface="Arial"/>
                <a:ea typeface="Arial"/>
                <a:cs typeface="Arial"/>
              </a:defRPr>
            </a:pPr>
            <a:r>
              <a:rPr sz="3225" b="1">
                <a:solidFill>
                  <a:srgbClr val="294F40"/>
                </a:solidFill>
                <a:latin typeface="Arial"/>
                <a:ea typeface="Arial"/>
                <a:cs typeface="Arial"/>
              </a:rPr>
              <a:t>“Where do I find the answer?”</a:t>
            </a:r>
          </a:p>
        </p:txBody>
      </p:sp>
      <p:sp>
        <p:nvSpPr>
          <p:cNvPr id="5" name="">
            <a:extLst xmlns:a="http://schemas.openxmlformats.org/drawingml/2006/main">
              <a:ext uri="{FF2B5EF4-FFF2-40B4-BE49-F238E27FC236}">
                <a16:creationId xmlns:a16="http://schemas.microsoft.com/office/drawing/2014/main" id="{3A2AC01A-BE91-44B0-B002-9D1AE7D2CD86}"/>
              </a:ext>
            </a:extLst>
          </p:cNvPr>
          <p:cNvSpPr>
            <a:spLocks xmlns:a="http://schemas.openxmlformats.org/drawingml/2006/main" noGrp="1"/>
          </p:cNvSpPr>
          <p:nvPr/>
        </p:nvSpPr>
        <p:spPr>
          <a:xfrm xmlns:a="http://schemas.openxmlformats.org/drawingml/2006/main">
            <a:off x="685800" y="32956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4F40"/>
                </a:solidFill>
                <a:latin typeface="Arial"/>
                <a:ea typeface="Arial"/>
                <a:cs typeface="Arial"/>
              </a:defRPr>
            </a:defPPr>
            <a:lvl1pPr>
              <a:defRPr sz="2100" b="1">
                <a:solidFill>
                  <a:srgbClr val="294F40"/>
                </a:solidFill>
                <a:latin typeface="Arial"/>
                <a:ea typeface="Arial"/>
                <a:cs typeface="Arial"/>
              </a:defRPr>
            </a:lvl1pPr>
            <a:lvl2pPr>
              <a:defRPr sz="2100" b="1">
                <a:solidFill>
                  <a:srgbClr val="294F40"/>
                </a:solidFill>
                <a:latin typeface="Arial"/>
                <a:ea typeface="Arial"/>
                <a:cs typeface="Arial"/>
              </a:defRPr>
            </a:lvl2pPr>
            <a:lvl3pPr>
              <a:defRPr sz="2100" b="1">
                <a:solidFill>
                  <a:srgbClr val="294F40"/>
                </a:solidFill>
                <a:latin typeface="Arial"/>
                <a:ea typeface="Arial"/>
                <a:cs typeface="Arial"/>
              </a:defRPr>
            </a:lvl3pPr>
            <a:lvl4pPr>
              <a:defRPr sz="2100" b="1">
                <a:solidFill>
                  <a:srgbClr val="294F40"/>
                </a:solidFill>
                <a:latin typeface="Arial"/>
                <a:ea typeface="Arial"/>
                <a:cs typeface="Arial"/>
              </a:defRPr>
            </a:lvl4pPr>
            <a:lvl5pPr>
              <a:defRPr sz="2100" b="1">
                <a:solidFill>
                  <a:srgbClr val="294F40"/>
                </a:solidFill>
                <a:latin typeface="Arial"/>
                <a:ea typeface="Arial"/>
                <a:cs typeface="Arial"/>
              </a:defRPr>
            </a:lvl5pPr>
            <a:lvl6pPr>
              <a:defRPr sz="2100" b="1">
                <a:solidFill>
                  <a:srgbClr val="294F40"/>
                </a:solidFill>
                <a:latin typeface="Arial"/>
                <a:ea typeface="Arial"/>
                <a:cs typeface="Arial"/>
              </a:defRPr>
            </a:lvl6pPr>
            <a:lvl7pPr>
              <a:defRPr sz="2100" b="1">
                <a:solidFill>
                  <a:srgbClr val="294F40"/>
                </a:solidFill>
                <a:latin typeface="Arial"/>
                <a:ea typeface="Arial"/>
                <a:cs typeface="Arial"/>
              </a:defRPr>
            </a:lvl7pPr>
            <a:lvl8pPr>
              <a:defRPr sz="2100" b="1">
                <a:solidFill>
                  <a:srgbClr val="294F40"/>
                </a:solidFill>
                <a:latin typeface="Arial"/>
                <a:ea typeface="Arial"/>
                <a:cs typeface="Arial"/>
              </a:defRPr>
            </a:lvl8pPr>
            <a:lvl9pPr>
              <a:defRPr sz="2100" b="1">
                <a:solidFill>
                  <a:srgbClr val="294F40"/>
                </a:solidFill>
                <a:latin typeface="Arial"/>
                <a:ea typeface="Arial"/>
                <a:cs typeface="Arial"/>
              </a:defRPr>
            </a:lvl9pPr>
          </a:lstStyle>
          <a:p xmlns:a="http://schemas.openxmlformats.org/drawingml/2006/main">
            <a:pPr>
              <a:defRPr sz="2100" b="1">
                <a:solidFill>
                  <a:srgbClr val="294F40"/>
                </a:solidFill>
                <a:latin typeface="Arial"/>
                <a:ea typeface="Arial"/>
                <a:cs typeface="Arial"/>
              </a:defRPr>
            </a:pPr>
            <a:r>
              <a:rPr sz="2100" b="1">
                <a:solidFill>
                  <a:srgbClr val="294F40"/>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91FEDC0-F841-4479-B6CA-EDF5F9EE49D0}"/>
              </a:ext>
            </a:extLst>
          </p:cNvPr>
          <p:cNvSpPr>
            <a:spLocks xmlns:a="http://schemas.openxmlformats.org/drawingml/2006/main" noGrp="1"/>
          </p:cNvSpPr>
          <p:nvPr/>
        </p:nvSpPr>
        <p:spPr>
          <a:xfrm xmlns:a="http://schemas.openxmlformats.org/drawingml/2006/main">
            <a:off x="1504950" y="32956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32B27"/>
                </a:solidFill>
                <a:latin typeface="Arial"/>
                <a:ea typeface="Arial"/>
                <a:cs typeface="Arial"/>
              </a:defRPr>
            </a:defPPr>
            <a:lvl1pPr>
              <a:defRPr sz="2250" b="1">
                <a:solidFill>
                  <a:srgbClr val="232B27"/>
                </a:solidFill>
                <a:latin typeface="Arial"/>
                <a:ea typeface="Arial"/>
                <a:cs typeface="Arial"/>
              </a:defRPr>
            </a:lvl1pPr>
            <a:lvl2pPr>
              <a:defRPr sz="2250" b="1">
                <a:solidFill>
                  <a:srgbClr val="232B27"/>
                </a:solidFill>
                <a:latin typeface="Arial"/>
                <a:ea typeface="Arial"/>
                <a:cs typeface="Arial"/>
              </a:defRPr>
            </a:lvl2pPr>
            <a:lvl3pPr>
              <a:defRPr sz="2250" b="1">
                <a:solidFill>
                  <a:srgbClr val="232B27"/>
                </a:solidFill>
                <a:latin typeface="Arial"/>
                <a:ea typeface="Arial"/>
                <a:cs typeface="Arial"/>
              </a:defRPr>
            </a:lvl3pPr>
            <a:lvl4pPr>
              <a:defRPr sz="2250" b="1">
                <a:solidFill>
                  <a:srgbClr val="232B27"/>
                </a:solidFill>
                <a:latin typeface="Arial"/>
                <a:ea typeface="Arial"/>
                <a:cs typeface="Arial"/>
              </a:defRPr>
            </a:lvl4pPr>
            <a:lvl5pPr>
              <a:defRPr sz="2250" b="1">
                <a:solidFill>
                  <a:srgbClr val="232B27"/>
                </a:solidFill>
                <a:latin typeface="Arial"/>
                <a:ea typeface="Arial"/>
                <a:cs typeface="Arial"/>
              </a:defRPr>
            </a:lvl5pPr>
            <a:lvl6pPr>
              <a:defRPr sz="2250" b="1">
                <a:solidFill>
                  <a:srgbClr val="232B27"/>
                </a:solidFill>
                <a:latin typeface="Arial"/>
                <a:ea typeface="Arial"/>
                <a:cs typeface="Arial"/>
              </a:defRPr>
            </a:lvl6pPr>
            <a:lvl7pPr>
              <a:defRPr sz="2250" b="1">
                <a:solidFill>
                  <a:srgbClr val="232B27"/>
                </a:solidFill>
                <a:latin typeface="Arial"/>
                <a:ea typeface="Arial"/>
                <a:cs typeface="Arial"/>
              </a:defRPr>
            </a:lvl7pPr>
            <a:lvl8pPr>
              <a:defRPr sz="2250" b="1">
                <a:solidFill>
                  <a:srgbClr val="232B27"/>
                </a:solidFill>
                <a:latin typeface="Arial"/>
                <a:ea typeface="Arial"/>
                <a:cs typeface="Arial"/>
              </a:defRPr>
            </a:lvl8pPr>
            <a:lvl9pPr>
              <a:defRPr sz="2250" b="1">
                <a:solidFill>
                  <a:srgbClr val="232B27"/>
                </a:solidFill>
                <a:latin typeface="Arial"/>
                <a:ea typeface="Arial"/>
                <a:cs typeface="Arial"/>
              </a:defRPr>
            </a:lvl9pPr>
          </a:lstStyle>
          <a:p xmlns:a="http://schemas.openxmlformats.org/drawingml/2006/main">
            <a:pPr>
              <a:defRPr sz="2250" b="1">
                <a:solidFill>
                  <a:srgbClr val="232B27"/>
                </a:solidFill>
                <a:latin typeface="Arial"/>
                <a:ea typeface="Arial"/>
                <a:cs typeface="Arial"/>
              </a:defRPr>
            </a:pPr>
            <a:r>
              <a:rPr sz="2250" b="1">
                <a:solidFill>
                  <a:srgbClr val="232B27"/>
                </a:solidFill>
                <a:latin typeface="Arial"/>
                <a:ea typeface="Arial"/>
                <a:cs typeface="Arial"/>
              </a:rPr>
              <a:t>Information is spread out</a:t>
            </a:r>
          </a:p>
        </p:txBody>
      </p:sp>
      <p:sp>
        <p:nvSpPr>
          <p:cNvPr id="7" name="">
            <a:extLst xmlns:a="http://schemas.openxmlformats.org/drawingml/2006/main">
              <a:ext uri="{FF2B5EF4-FFF2-40B4-BE49-F238E27FC236}">
                <a16:creationId xmlns:a16="http://schemas.microsoft.com/office/drawing/2014/main" id="{D11DA7A7-7276-479B-B7D8-97B432F7CFAB}"/>
              </a:ext>
            </a:extLst>
          </p:cNvPr>
          <p:cNvSpPr>
            <a:spLocks xmlns:a="http://schemas.openxmlformats.org/drawingml/2006/main" noGrp="1"/>
          </p:cNvSpPr>
          <p:nvPr/>
        </p:nvSpPr>
        <p:spPr>
          <a:xfrm xmlns:a="http://schemas.openxmlformats.org/drawingml/2006/main">
            <a:off x="1504950" y="3762375"/>
            <a:ext cx="981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06861"/>
                </a:solidFill>
                <a:latin typeface="Arial"/>
                <a:ea typeface="Arial"/>
                <a:cs typeface="Arial"/>
              </a:defRPr>
            </a:defPPr>
            <a:lvl1pPr>
              <a:defRPr sz="2025" b="0">
                <a:solidFill>
                  <a:srgbClr val="606861"/>
                </a:solidFill>
                <a:latin typeface="Arial"/>
                <a:ea typeface="Arial"/>
                <a:cs typeface="Arial"/>
              </a:defRPr>
            </a:lvl1pPr>
            <a:lvl2pPr>
              <a:defRPr sz="2025" b="0">
                <a:solidFill>
                  <a:srgbClr val="606861"/>
                </a:solidFill>
                <a:latin typeface="Arial"/>
                <a:ea typeface="Arial"/>
                <a:cs typeface="Arial"/>
              </a:defRPr>
            </a:lvl2pPr>
            <a:lvl3pPr>
              <a:defRPr sz="2025" b="0">
                <a:solidFill>
                  <a:srgbClr val="606861"/>
                </a:solidFill>
                <a:latin typeface="Arial"/>
                <a:ea typeface="Arial"/>
                <a:cs typeface="Arial"/>
              </a:defRPr>
            </a:lvl3pPr>
            <a:lvl4pPr>
              <a:defRPr sz="2025" b="0">
                <a:solidFill>
                  <a:srgbClr val="606861"/>
                </a:solidFill>
                <a:latin typeface="Arial"/>
                <a:ea typeface="Arial"/>
                <a:cs typeface="Arial"/>
              </a:defRPr>
            </a:lvl4pPr>
            <a:lvl5pPr>
              <a:defRPr sz="2025" b="0">
                <a:solidFill>
                  <a:srgbClr val="606861"/>
                </a:solidFill>
                <a:latin typeface="Arial"/>
                <a:ea typeface="Arial"/>
                <a:cs typeface="Arial"/>
              </a:defRPr>
            </a:lvl5pPr>
            <a:lvl6pPr>
              <a:defRPr sz="2025" b="0">
                <a:solidFill>
                  <a:srgbClr val="606861"/>
                </a:solidFill>
                <a:latin typeface="Arial"/>
                <a:ea typeface="Arial"/>
                <a:cs typeface="Arial"/>
              </a:defRPr>
            </a:lvl6pPr>
            <a:lvl7pPr>
              <a:defRPr sz="2025" b="0">
                <a:solidFill>
                  <a:srgbClr val="606861"/>
                </a:solidFill>
                <a:latin typeface="Arial"/>
                <a:ea typeface="Arial"/>
                <a:cs typeface="Arial"/>
              </a:defRPr>
            </a:lvl7pPr>
            <a:lvl8pPr>
              <a:defRPr sz="2025" b="0">
                <a:solidFill>
                  <a:srgbClr val="606861"/>
                </a:solidFill>
                <a:latin typeface="Arial"/>
                <a:ea typeface="Arial"/>
                <a:cs typeface="Arial"/>
              </a:defRPr>
            </a:lvl8pPr>
            <a:lvl9pPr>
              <a:defRPr sz="2025" b="0">
                <a:solidFill>
                  <a:srgbClr val="606861"/>
                </a:solidFill>
                <a:latin typeface="Arial"/>
                <a:ea typeface="Arial"/>
                <a:cs typeface="Arial"/>
              </a:defRPr>
            </a:lvl9pPr>
          </a:lstStyle>
          <a:p xmlns:a="http://schemas.openxmlformats.org/drawingml/2006/main">
            <a:pPr>
              <a:defRPr sz="2025" b="0">
                <a:solidFill>
                  <a:srgbClr val="606861"/>
                </a:solidFill>
                <a:latin typeface="Arial"/>
                <a:ea typeface="Arial"/>
                <a:cs typeface="Arial"/>
              </a:defRPr>
            </a:pPr>
            <a:r>
              <a:rPr sz="2025" b="0">
                <a:solidFill>
                  <a:srgbClr val="606861"/>
                </a:solidFill>
                <a:latin typeface="Arial"/>
                <a:ea typeface="Arial"/>
                <a:cs typeface="Arial"/>
              </a:rPr>
              <a:t>Students search across university pages, policy PDFs and different offices.</a:t>
            </a:r>
          </a:p>
        </p:txBody>
      </p:sp>
      <p:sp>
        <p:nvSpPr>
          <p:cNvPr id="8" name="">
            <a:extLst xmlns:a="http://schemas.openxmlformats.org/drawingml/2006/main">
              <a:ext uri="{FF2B5EF4-FFF2-40B4-BE49-F238E27FC236}">
                <a16:creationId xmlns:a16="http://schemas.microsoft.com/office/drawing/2014/main" id="{803CE9B4-F946-484E-B8D9-F71B3C2FF1B8}"/>
              </a:ext>
            </a:extLst>
          </p:cNvPr>
          <p:cNvSpPr>
            <a:spLocks xmlns:a="http://schemas.openxmlformats.org/drawingml/2006/main" noGrp="1"/>
          </p:cNvSpPr>
          <p:nvPr/>
        </p:nvSpPr>
        <p:spPr>
          <a:xfrm xmlns:a="http://schemas.openxmlformats.org/drawingml/2006/main">
            <a:off x="685800" y="47815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4F40"/>
                </a:solidFill>
                <a:latin typeface="Arial"/>
                <a:ea typeface="Arial"/>
                <a:cs typeface="Arial"/>
              </a:defRPr>
            </a:defPPr>
            <a:lvl1pPr>
              <a:defRPr sz="2100" b="1">
                <a:solidFill>
                  <a:srgbClr val="294F40"/>
                </a:solidFill>
                <a:latin typeface="Arial"/>
                <a:ea typeface="Arial"/>
                <a:cs typeface="Arial"/>
              </a:defRPr>
            </a:lvl1pPr>
            <a:lvl2pPr>
              <a:defRPr sz="2100" b="1">
                <a:solidFill>
                  <a:srgbClr val="294F40"/>
                </a:solidFill>
                <a:latin typeface="Arial"/>
                <a:ea typeface="Arial"/>
                <a:cs typeface="Arial"/>
              </a:defRPr>
            </a:lvl2pPr>
            <a:lvl3pPr>
              <a:defRPr sz="2100" b="1">
                <a:solidFill>
                  <a:srgbClr val="294F40"/>
                </a:solidFill>
                <a:latin typeface="Arial"/>
                <a:ea typeface="Arial"/>
                <a:cs typeface="Arial"/>
              </a:defRPr>
            </a:lvl3pPr>
            <a:lvl4pPr>
              <a:defRPr sz="2100" b="1">
                <a:solidFill>
                  <a:srgbClr val="294F40"/>
                </a:solidFill>
                <a:latin typeface="Arial"/>
                <a:ea typeface="Arial"/>
                <a:cs typeface="Arial"/>
              </a:defRPr>
            </a:lvl4pPr>
            <a:lvl5pPr>
              <a:defRPr sz="2100" b="1">
                <a:solidFill>
                  <a:srgbClr val="294F40"/>
                </a:solidFill>
                <a:latin typeface="Arial"/>
                <a:ea typeface="Arial"/>
                <a:cs typeface="Arial"/>
              </a:defRPr>
            </a:lvl5pPr>
            <a:lvl6pPr>
              <a:defRPr sz="2100" b="1">
                <a:solidFill>
                  <a:srgbClr val="294F40"/>
                </a:solidFill>
                <a:latin typeface="Arial"/>
                <a:ea typeface="Arial"/>
                <a:cs typeface="Arial"/>
              </a:defRPr>
            </a:lvl6pPr>
            <a:lvl7pPr>
              <a:defRPr sz="2100" b="1">
                <a:solidFill>
                  <a:srgbClr val="294F40"/>
                </a:solidFill>
                <a:latin typeface="Arial"/>
                <a:ea typeface="Arial"/>
                <a:cs typeface="Arial"/>
              </a:defRPr>
            </a:lvl7pPr>
            <a:lvl8pPr>
              <a:defRPr sz="2100" b="1">
                <a:solidFill>
                  <a:srgbClr val="294F40"/>
                </a:solidFill>
                <a:latin typeface="Arial"/>
                <a:ea typeface="Arial"/>
                <a:cs typeface="Arial"/>
              </a:defRPr>
            </a:lvl8pPr>
            <a:lvl9pPr>
              <a:defRPr sz="2100" b="1">
                <a:solidFill>
                  <a:srgbClr val="294F40"/>
                </a:solidFill>
                <a:latin typeface="Arial"/>
                <a:ea typeface="Arial"/>
                <a:cs typeface="Arial"/>
              </a:defRPr>
            </a:lvl9pPr>
          </a:lstStyle>
          <a:p xmlns:a="http://schemas.openxmlformats.org/drawingml/2006/main">
            <a:pPr>
              <a:defRPr sz="2100" b="1">
                <a:solidFill>
                  <a:srgbClr val="294F40"/>
                </a:solidFill>
                <a:latin typeface="Arial"/>
                <a:ea typeface="Arial"/>
                <a:cs typeface="Arial"/>
              </a:defRPr>
            </a:pPr>
            <a:r>
              <a:rPr sz="2100" b="1">
                <a:solidFill>
                  <a:srgbClr val="294F40"/>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82D96963-4E91-4FB5-BFF6-D057FC45F140}"/>
              </a:ext>
            </a:extLst>
          </p:cNvPr>
          <p:cNvSpPr>
            <a:spLocks xmlns:a="http://schemas.openxmlformats.org/drawingml/2006/main" noGrp="1"/>
          </p:cNvSpPr>
          <p:nvPr/>
        </p:nvSpPr>
        <p:spPr>
          <a:xfrm xmlns:a="http://schemas.openxmlformats.org/drawingml/2006/main">
            <a:off x="1504950" y="47815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32B27"/>
                </a:solidFill>
                <a:latin typeface="Arial"/>
                <a:ea typeface="Arial"/>
                <a:cs typeface="Arial"/>
              </a:defRPr>
            </a:defPPr>
            <a:lvl1pPr>
              <a:defRPr sz="2250" b="1">
                <a:solidFill>
                  <a:srgbClr val="232B27"/>
                </a:solidFill>
                <a:latin typeface="Arial"/>
                <a:ea typeface="Arial"/>
                <a:cs typeface="Arial"/>
              </a:defRPr>
            </a:lvl1pPr>
            <a:lvl2pPr>
              <a:defRPr sz="2250" b="1">
                <a:solidFill>
                  <a:srgbClr val="232B27"/>
                </a:solidFill>
                <a:latin typeface="Arial"/>
                <a:ea typeface="Arial"/>
                <a:cs typeface="Arial"/>
              </a:defRPr>
            </a:lvl2pPr>
            <a:lvl3pPr>
              <a:defRPr sz="2250" b="1">
                <a:solidFill>
                  <a:srgbClr val="232B27"/>
                </a:solidFill>
                <a:latin typeface="Arial"/>
                <a:ea typeface="Arial"/>
                <a:cs typeface="Arial"/>
              </a:defRPr>
            </a:lvl3pPr>
            <a:lvl4pPr>
              <a:defRPr sz="2250" b="1">
                <a:solidFill>
                  <a:srgbClr val="232B27"/>
                </a:solidFill>
                <a:latin typeface="Arial"/>
                <a:ea typeface="Arial"/>
                <a:cs typeface="Arial"/>
              </a:defRPr>
            </a:lvl4pPr>
            <a:lvl5pPr>
              <a:defRPr sz="2250" b="1">
                <a:solidFill>
                  <a:srgbClr val="232B27"/>
                </a:solidFill>
                <a:latin typeface="Arial"/>
                <a:ea typeface="Arial"/>
                <a:cs typeface="Arial"/>
              </a:defRPr>
            </a:lvl5pPr>
            <a:lvl6pPr>
              <a:defRPr sz="2250" b="1">
                <a:solidFill>
                  <a:srgbClr val="232B27"/>
                </a:solidFill>
                <a:latin typeface="Arial"/>
                <a:ea typeface="Arial"/>
                <a:cs typeface="Arial"/>
              </a:defRPr>
            </a:lvl6pPr>
            <a:lvl7pPr>
              <a:defRPr sz="2250" b="1">
                <a:solidFill>
                  <a:srgbClr val="232B27"/>
                </a:solidFill>
                <a:latin typeface="Arial"/>
                <a:ea typeface="Arial"/>
                <a:cs typeface="Arial"/>
              </a:defRPr>
            </a:lvl7pPr>
            <a:lvl8pPr>
              <a:defRPr sz="2250" b="1">
                <a:solidFill>
                  <a:srgbClr val="232B27"/>
                </a:solidFill>
                <a:latin typeface="Arial"/>
                <a:ea typeface="Arial"/>
                <a:cs typeface="Arial"/>
              </a:defRPr>
            </a:lvl8pPr>
            <a:lvl9pPr>
              <a:defRPr sz="2250" b="1">
                <a:solidFill>
                  <a:srgbClr val="232B27"/>
                </a:solidFill>
                <a:latin typeface="Arial"/>
                <a:ea typeface="Arial"/>
                <a:cs typeface="Arial"/>
              </a:defRPr>
            </a:lvl9pPr>
          </a:lstStyle>
          <a:p xmlns:a="http://schemas.openxmlformats.org/drawingml/2006/main">
            <a:pPr>
              <a:defRPr sz="2250" b="1">
                <a:solidFill>
                  <a:srgbClr val="232B27"/>
                </a:solidFill>
                <a:latin typeface="Arial"/>
                <a:ea typeface="Arial"/>
                <a:cs typeface="Arial"/>
              </a:defRPr>
            </a:pPr>
            <a:r>
              <a:rPr sz="2250" b="1">
                <a:solidFill>
                  <a:srgbClr val="232B27"/>
                </a:solidFill>
                <a:latin typeface="Arial"/>
                <a:ea typeface="Arial"/>
                <a:cs typeface="Arial"/>
              </a:rPr>
              <a:t>Some questions need a person</a:t>
            </a:r>
          </a:p>
        </p:txBody>
      </p:sp>
      <p:sp>
        <p:nvSpPr>
          <p:cNvPr id="10" name="">
            <a:extLst xmlns:a="http://schemas.openxmlformats.org/drawingml/2006/main">
              <a:ext uri="{FF2B5EF4-FFF2-40B4-BE49-F238E27FC236}">
                <a16:creationId xmlns:a16="http://schemas.microsoft.com/office/drawing/2014/main" id="{54755D32-A6C1-4CBF-9999-5E3D7AD66BA3}"/>
              </a:ext>
            </a:extLst>
          </p:cNvPr>
          <p:cNvSpPr>
            <a:spLocks xmlns:a="http://schemas.openxmlformats.org/drawingml/2006/main" noGrp="1"/>
          </p:cNvSpPr>
          <p:nvPr/>
        </p:nvSpPr>
        <p:spPr>
          <a:xfrm xmlns:a="http://schemas.openxmlformats.org/drawingml/2006/main">
            <a:off x="1504950" y="5248275"/>
            <a:ext cx="981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06861"/>
                </a:solidFill>
                <a:latin typeface="Arial"/>
                <a:ea typeface="Arial"/>
                <a:cs typeface="Arial"/>
              </a:defRPr>
            </a:defPPr>
            <a:lvl1pPr>
              <a:defRPr sz="2025" b="0">
                <a:solidFill>
                  <a:srgbClr val="606861"/>
                </a:solidFill>
                <a:latin typeface="Arial"/>
                <a:ea typeface="Arial"/>
                <a:cs typeface="Arial"/>
              </a:defRPr>
            </a:lvl1pPr>
            <a:lvl2pPr>
              <a:defRPr sz="2025" b="0">
                <a:solidFill>
                  <a:srgbClr val="606861"/>
                </a:solidFill>
                <a:latin typeface="Arial"/>
                <a:ea typeface="Arial"/>
                <a:cs typeface="Arial"/>
              </a:defRPr>
            </a:lvl2pPr>
            <a:lvl3pPr>
              <a:defRPr sz="2025" b="0">
                <a:solidFill>
                  <a:srgbClr val="606861"/>
                </a:solidFill>
                <a:latin typeface="Arial"/>
                <a:ea typeface="Arial"/>
                <a:cs typeface="Arial"/>
              </a:defRPr>
            </a:lvl3pPr>
            <a:lvl4pPr>
              <a:defRPr sz="2025" b="0">
                <a:solidFill>
                  <a:srgbClr val="606861"/>
                </a:solidFill>
                <a:latin typeface="Arial"/>
                <a:ea typeface="Arial"/>
                <a:cs typeface="Arial"/>
              </a:defRPr>
            </a:lvl4pPr>
            <a:lvl5pPr>
              <a:defRPr sz="2025" b="0">
                <a:solidFill>
                  <a:srgbClr val="606861"/>
                </a:solidFill>
                <a:latin typeface="Arial"/>
                <a:ea typeface="Arial"/>
                <a:cs typeface="Arial"/>
              </a:defRPr>
            </a:lvl5pPr>
            <a:lvl6pPr>
              <a:defRPr sz="2025" b="0">
                <a:solidFill>
                  <a:srgbClr val="606861"/>
                </a:solidFill>
                <a:latin typeface="Arial"/>
                <a:ea typeface="Arial"/>
                <a:cs typeface="Arial"/>
              </a:defRPr>
            </a:lvl6pPr>
            <a:lvl7pPr>
              <a:defRPr sz="2025" b="0">
                <a:solidFill>
                  <a:srgbClr val="606861"/>
                </a:solidFill>
                <a:latin typeface="Arial"/>
                <a:ea typeface="Arial"/>
                <a:cs typeface="Arial"/>
              </a:defRPr>
            </a:lvl7pPr>
            <a:lvl8pPr>
              <a:defRPr sz="2025" b="0">
                <a:solidFill>
                  <a:srgbClr val="606861"/>
                </a:solidFill>
                <a:latin typeface="Arial"/>
                <a:ea typeface="Arial"/>
                <a:cs typeface="Arial"/>
              </a:defRPr>
            </a:lvl8pPr>
            <a:lvl9pPr>
              <a:defRPr sz="2025" b="0">
                <a:solidFill>
                  <a:srgbClr val="606861"/>
                </a:solidFill>
                <a:latin typeface="Arial"/>
                <a:ea typeface="Arial"/>
                <a:cs typeface="Arial"/>
              </a:defRPr>
            </a:lvl9pPr>
          </a:lstStyle>
          <a:p xmlns:a="http://schemas.openxmlformats.org/drawingml/2006/main">
            <a:pPr>
              <a:defRPr sz="2025" b="0">
                <a:solidFill>
                  <a:srgbClr val="606861"/>
                </a:solidFill>
                <a:latin typeface="Arial"/>
                <a:ea typeface="Arial"/>
                <a:cs typeface="Arial"/>
              </a:defRPr>
            </a:pPr>
            <a:r>
              <a:rPr sz="2025" b="0">
                <a:solidFill>
                  <a:srgbClr val="606861"/>
                </a:solidFill>
                <a:latin typeface="Arial"/>
                <a:ea typeface="Arial"/>
                <a:cs typeface="Arial"/>
              </a:rPr>
              <a:t>An unclear or unpublished detail still needs staff confirmation.</a:t>
            </a:r>
          </a:p>
        </p:txBody>
      </p:sp>
    </p:spTree>
    <p:extLst>
      <p:ext uri="{BB962C8B-B14F-4D97-AF65-F5344CB8AC3E}">
        <p14:creationId xmlns:p14="http://schemas.microsoft.com/office/powerpoint/2010/main" val="305693939"/>
      </p:ext>
    </p:extLst>
  </p:cSld>
</p:sld>
</file>

<file path=ppt/slides/slide3.xml><?xml version="1.0" encoding="utf-8"?>
<p:sld xmlns:p="http://schemas.openxmlformats.org/presentationml/2006/main">
  <p:cSld>
    <p:bg>
      <p:bgPr>
        <a:solidFill xmlns:a="http://schemas.openxmlformats.org/drawingml/2006/main">
          <a:srgbClr val="294F4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1B2C97-48C1-47BC-88DB-DCF74A1660DD}"/>
              </a:ext>
            </a:extLst>
          </p:cNvPr>
          <p:cNvSpPr>
            <a:spLocks xmlns:a="http://schemas.openxmlformats.org/drawingml/2006/main" noGrp="1"/>
          </p:cNvSpPr>
          <p:nvPr/>
        </p:nvSpPr>
        <p:spPr>
          <a:xfrm xmlns:a="http://schemas.openxmlformats.org/drawingml/2006/main">
            <a:off x="685800" y="361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DBE6DD"/>
                </a:solidFill>
                <a:latin typeface="Arial"/>
                <a:ea typeface="Arial"/>
                <a:cs typeface="Arial"/>
              </a:defRPr>
            </a:defPPr>
            <a:lvl1pPr>
              <a:defRPr sz="1350" b="1">
                <a:solidFill>
                  <a:srgbClr val="DBE6DD"/>
                </a:solidFill>
                <a:latin typeface="Arial"/>
                <a:ea typeface="Arial"/>
                <a:cs typeface="Arial"/>
              </a:defRPr>
            </a:lvl1pPr>
            <a:lvl2pPr>
              <a:defRPr sz="1350" b="1">
                <a:solidFill>
                  <a:srgbClr val="DBE6DD"/>
                </a:solidFill>
                <a:latin typeface="Arial"/>
                <a:ea typeface="Arial"/>
                <a:cs typeface="Arial"/>
              </a:defRPr>
            </a:lvl2pPr>
            <a:lvl3pPr>
              <a:defRPr sz="1350" b="1">
                <a:solidFill>
                  <a:srgbClr val="DBE6DD"/>
                </a:solidFill>
                <a:latin typeface="Arial"/>
                <a:ea typeface="Arial"/>
                <a:cs typeface="Arial"/>
              </a:defRPr>
            </a:lvl3pPr>
            <a:lvl4pPr>
              <a:defRPr sz="1350" b="1">
                <a:solidFill>
                  <a:srgbClr val="DBE6DD"/>
                </a:solidFill>
                <a:latin typeface="Arial"/>
                <a:ea typeface="Arial"/>
                <a:cs typeface="Arial"/>
              </a:defRPr>
            </a:lvl4pPr>
            <a:lvl5pPr>
              <a:defRPr sz="1350" b="1">
                <a:solidFill>
                  <a:srgbClr val="DBE6DD"/>
                </a:solidFill>
                <a:latin typeface="Arial"/>
                <a:ea typeface="Arial"/>
                <a:cs typeface="Arial"/>
              </a:defRPr>
            </a:lvl5pPr>
            <a:lvl6pPr>
              <a:defRPr sz="1350" b="1">
                <a:solidFill>
                  <a:srgbClr val="DBE6DD"/>
                </a:solidFill>
                <a:latin typeface="Arial"/>
                <a:ea typeface="Arial"/>
                <a:cs typeface="Arial"/>
              </a:defRPr>
            </a:lvl6pPr>
            <a:lvl7pPr>
              <a:defRPr sz="1350" b="1">
                <a:solidFill>
                  <a:srgbClr val="DBE6DD"/>
                </a:solidFill>
                <a:latin typeface="Arial"/>
                <a:ea typeface="Arial"/>
                <a:cs typeface="Arial"/>
              </a:defRPr>
            </a:lvl7pPr>
            <a:lvl8pPr>
              <a:defRPr sz="1350" b="1">
                <a:solidFill>
                  <a:srgbClr val="DBE6DD"/>
                </a:solidFill>
                <a:latin typeface="Arial"/>
                <a:ea typeface="Arial"/>
                <a:cs typeface="Arial"/>
              </a:defRPr>
            </a:lvl8pPr>
            <a:lvl9pPr>
              <a:defRPr sz="1350" b="1">
                <a:solidFill>
                  <a:srgbClr val="DBE6DD"/>
                </a:solidFill>
                <a:latin typeface="Arial"/>
                <a:ea typeface="Arial"/>
                <a:cs typeface="Arial"/>
              </a:defRPr>
            </a:lvl9pPr>
          </a:lstStyle>
          <a:p xmlns:a="http://schemas.openxmlformats.org/drawingml/2006/main">
            <a:pPr>
              <a:defRPr sz="1350" b="1">
                <a:solidFill>
                  <a:srgbClr val="DBE6DD"/>
                </a:solidFill>
                <a:latin typeface="Arial"/>
                <a:ea typeface="Arial"/>
                <a:cs typeface="Arial"/>
              </a:defRPr>
            </a:pPr>
            <a:r>
              <a:rPr sz="1350" b="1">
                <a:solidFill>
                  <a:srgbClr val="DBE6DD"/>
                </a:solidFill>
                <a:latin typeface="Arial"/>
                <a:ea typeface="Arial"/>
                <a:cs typeface="Arial"/>
              </a:rPr>
              <a:t>02  IDEA</a:t>
            </a:r>
          </a:p>
        </p:txBody>
      </p:sp>
      <p:sp>
        <p:nvSpPr>
          <p:cNvPr id="2" name="">
            <a:extLst xmlns:a="http://schemas.openxmlformats.org/drawingml/2006/main">
              <a:ext uri="{FF2B5EF4-FFF2-40B4-BE49-F238E27FC236}">
                <a16:creationId xmlns:a16="http://schemas.microsoft.com/office/drawing/2014/main" id="{FB0E50F7-7B55-4663-8D49-3B7398840864}"/>
              </a:ext>
            </a:extLst>
          </p:cNvPr>
          <p:cNvSpPr>
            <a:spLocks xmlns:a="http://schemas.openxmlformats.org/drawingml/2006/main" noGrp="1"/>
          </p:cNvSpPr>
          <p:nvPr/>
        </p:nvSpPr>
        <p:spPr>
          <a:xfrm xmlns:a="http://schemas.openxmlformats.org/drawingml/2006/main">
            <a:off x="685800" y="952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One place to ask for campus help</a:t>
            </a:r>
          </a:p>
        </p:txBody>
      </p:sp>
      <p:sp>
        <p:nvSpPr>
          <p:cNvPr id="3" name="">
            <a:extLst xmlns:a="http://schemas.openxmlformats.org/drawingml/2006/main">
              <a:ext uri="{FF2B5EF4-FFF2-40B4-BE49-F238E27FC236}">
                <a16:creationId xmlns:a16="http://schemas.microsoft.com/office/drawing/2014/main" id="{8C0B2BF8-D669-405F-BBA0-1B2590D65471}"/>
              </a:ext>
            </a:extLst>
          </p:cNvPr>
          <p:cNvSpPr>
            <a:spLocks xmlns:a="http://schemas.openxmlformats.org/drawingml/2006/main" noGrp="1"/>
          </p:cNvSpPr>
          <p:nvPr/>
        </p:nvSpPr>
        <p:spPr>
          <a:xfrm xmlns:a="http://schemas.openxmlformats.org/drawingml/2006/main">
            <a:off x="685800" y="641985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DBE6DD"/>
                </a:solidFill>
                <a:latin typeface="Arial"/>
                <a:ea typeface="Arial"/>
                <a:cs typeface="Arial"/>
              </a:defRPr>
            </a:defPPr>
            <a:lvl1pPr>
              <a:defRPr sz="1050" b="0">
                <a:solidFill>
                  <a:srgbClr val="DBE6DD"/>
                </a:solidFill>
                <a:latin typeface="Arial"/>
                <a:ea typeface="Arial"/>
                <a:cs typeface="Arial"/>
              </a:defRPr>
            </a:lvl1pPr>
            <a:lvl2pPr>
              <a:defRPr sz="1050" b="0">
                <a:solidFill>
                  <a:srgbClr val="DBE6DD"/>
                </a:solidFill>
                <a:latin typeface="Arial"/>
                <a:ea typeface="Arial"/>
                <a:cs typeface="Arial"/>
              </a:defRPr>
            </a:lvl2pPr>
            <a:lvl3pPr>
              <a:defRPr sz="1050" b="0">
                <a:solidFill>
                  <a:srgbClr val="DBE6DD"/>
                </a:solidFill>
                <a:latin typeface="Arial"/>
                <a:ea typeface="Arial"/>
                <a:cs typeface="Arial"/>
              </a:defRPr>
            </a:lvl3pPr>
            <a:lvl4pPr>
              <a:defRPr sz="1050" b="0">
                <a:solidFill>
                  <a:srgbClr val="DBE6DD"/>
                </a:solidFill>
                <a:latin typeface="Arial"/>
                <a:ea typeface="Arial"/>
                <a:cs typeface="Arial"/>
              </a:defRPr>
            </a:lvl4pPr>
            <a:lvl5pPr>
              <a:defRPr sz="1050" b="0">
                <a:solidFill>
                  <a:srgbClr val="DBE6DD"/>
                </a:solidFill>
                <a:latin typeface="Arial"/>
                <a:ea typeface="Arial"/>
                <a:cs typeface="Arial"/>
              </a:defRPr>
            </a:lvl5pPr>
            <a:lvl6pPr>
              <a:defRPr sz="1050" b="0">
                <a:solidFill>
                  <a:srgbClr val="DBE6DD"/>
                </a:solidFill>
                <a:latin typeface="Arial"/>
                <a:ea typeface="Arial"/>
                <a:cs typeface="Arial"/>
              </a:defRPr>
            </a:lvl6pPr>
            <a:lvl7pPr>
              <a:defRPr sz="1050" b="0">
                <a:solidFill>
                  <a:srgbClr val="DBE6DD"/>
                </a:solidFill>
                <a:latin typeface="Arial"/>
                <a:ea typeface="Arial"/>
                <a:cs typeface="Arial"/>
              </a:defRPr>
            </a:lvl7pPr>
            <a:lvl8pPr>
              <a:defRPr sz="1050" b="0">
                <a:solidFill>
                  <a:srgbClr val="DBE6DD"/>
                </a:solidFill>
                <a:latin typeface="Arial"/>
                <a:ea typeface="Arial"/>
                <a:cs typeface="Arial"/>
              </a:defRPr>
            </a:lvl8pPr>
            <a:lvl9pPr>
              <a:defRPr sz="1050" b="0">
                <a:solidFill>
                  <a:srgbClr val="DBE6DD"/>
                </a:solidFill>
                <a:latin typeface="Arial"/>
                <a:ea typeface="Arial"/>
                <a:cs typeface="Arial"/>
              </a:defRPr>
            </a:lvl9pPr>
          </a:lstStyle>
          <a:p xmlns:a="http://schemas.openxmlformats.org/drawingml/2006/main">
            <a:pPr>
              <a:defRPr sz="1050" b="0">
                <a:solidFill>
                  <a:srgbClr val="DBE6DD"/>
                </a:solidFill>
                <a:latin typeface="Arial"/>
                <a:ea typeface="Arial"/>
                <a:cs typeface="Arial"/>
              </a:defRPr>
            </a:pPr>
            <a:r>
              <a:rPr sz="1050" b="0">
                <a:solidFill>
                  <a:srgbClr val="DBE6DD"/>
                </a:solidFill>
                <a:latin typeface="Arial"/>
                <a:ea typeface="Arial"/>
                <a:cs typeface="Arial"/>
              </a:rPr>
              <a:t>CAMPUS HELPDESK     /     03</a:t>
            </a:r>
          </a:p>
        </p:txBody>
      </p:sp>
      <p:sp>
        <p:nvSpPr>
          <p:cNvPr id="4" name="">
            <a:extLst xmlns:a="http://schemas.openxmlformats.org/drawingml/2006/main">
              <a:ext uri="{FF2B5EF4-FFF2-40B4-BE49-F238E27FC236}">
                <a16:creationId xmlns:a16="http://schemas.microsoft.com/office/drawing/2014/main" id="{1D9C643F-263F-4F74-9692-26B47863FC7B}"/>
              </a:ext>
            </a:extLst>
          </p:cNvPr>
          <p:cNvSpPr>
            <a:spLocks xmlns:a="http://schemas.openxmlformats.org/drawingml/2006/main" noGrp="1"/>
          </p:cNvSpPr>
          <p:nvPr/>
        </p:nvSpPr>
        <p:spPr>
          <a:xfrm xmlns:a="http://schemas.openxmlformats.org/drawingml/2006/main">
            <a:off x="685800" y="2333625"/>
            <a:ext cx="108204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FFFFFF"/>
                </a:solidFill>
                <a:latin typeface="Arial"/>
                <a:ea typeface="Arial"/>
                <a:cs typeface="Arial"/>
              </a:defRPr>
            </a:defPPr>
            <a:lvl1pPr>
              <a:defRPr sz="3225" b="0">
                <a:solidFill>
                  <a:srgbClr val="FFFFFF"/>
                </a:solidFill>
                <a:latin typeface="Arial"/>
                <a:ea typeface="Arial"/>
                <a:cs typeface="Arial"/>
              </a:defRPr>
            </a:lvl1pPr>
            <a:lvl2pPr>
              <a:defRPr sz="3225" b="0">
                <a:solidFill>
                  <a:srgbClr val="FFFFFF"/>
                </a:solidFill>
                <a:latin typeface="Arial"/>
                <a:ea typeface="Arial"/>
                <a:cs typeface="Arial"/>
              </a:defRPr>
            </a:lvl2pPr>
            <a:lvl3pPr>
              <a:defRPr sz="3225" b="0">
                <a:solidFill>
                  <a:srgbClr val="FFFFFF"/>
                </a:solidFill>
                <a:latin typeface="Arial"/>
                <a:ea typeface="Arial"/>
                <a:cs typeface="Arial"/>
              </a:defRPr>
            </a:lvl3pPr>
            <a:lvl4pPr>
              <a:defRPr sz="3225" b="0">
                <a:solidFill>
                  <a:srgbClr val="FFFFFF"/>
                </a:solidFill>
                <a:latin typeface="Arial"/>
                <a:ea typeface="Arial"/>
                <a:cs typeface="Arial"/>
              </a:defRPr>
            </a:lvl4pPr>
            <a:lvl5pPr>
              <a:defRPr sz="3225" b="0">
                <a:solidFill>
                  <a:srgbClr val="FFFFFF"/>
                </a:solidFill>
                <a:latin typeface="Arial"/>
                <a:ea typeface="Arial"/>
                <a:cs typeface="Arial"/>
              </a:defRPr>
            </a:lvl5pPr>
            <a:lvl6pPr>
              <a:defRPr sz="3225" b="0">
                <a:solidFill>
                  <a:srgbClr val="FFFFFF"/>
                </a:solidFill>
                <a:latin typeface="Arial"/>
                <a:ea typeface="Arial"/>
                <a:cs typeface="Arial"/>
              </a:defRPr>
            </a:lvl6pPr>
            <a:lvl7pPr>
              <a:defRPr sz="3225" b="0">
                <a:solidFill>
                  <a:srgbClr val="FFFFFF"/>
                </a:solidFill>
                <a:latin typeface="Arial"/>
                <a:ea typeface="Arial"/>
                <a:cs typeface="Arial"/>
              </a:defRPr>
            </a:lvl7pPr>
            <a:lvl8pPr>
              <a:defRPr sz="3225" b="0">
                <a:solidFill>
                  <a:srgbClr val="FFFFFF"/>
                </a:solidFill>
                <a:latin typeface="Arial"/>
                <a:ea typeface="Arial"/>
                <a:cs typeface="Arial"/>
              </a:defRPr>
            </a:lvl8pPr>
            <a:lvl9pPr>
              <a:defRPr sz="3225" b="0">
                <a:solidFill>
                  <a:srgbClr val="FFFFFF"/>
                </a:solidFill>
                <a:latin typeface="Arial"/>
                <a:ea typeface="Arial"/>
                <a:cs typeface="Arial"/>
              </a:defRPr>
            </a:lvl9pPr>
          </a:lstStyle>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Ask a question in everyday language.</a:t>
            </a:r>
          </a:p>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Read an answer with its source.</a:t>
            </a:r>
          </a:p>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Choose staff help when needed.</a:t>
            </a:r>
          </a:p>
        </p:txBody>
      </p:sp>
      <p:sp>
        <p:nvSpPr>
          <p:cNvPr id="5" name="">
            <a:extLst xmlns:a="http://schemas.openxmlformats.org/drawingml/2006/main">
              <a:ext uri="{FF2B5EF4-FFF2-40B4-BE49-F238E27FC236}">
                <a16:creationId xmlns:a16="http://schemas.microsoft.com/office/drawing/2014/main" id="{CF4593E5-9C3F-4C81-A24A-95C053450170}"/>
              </a:ext>
            </a:extLst>
          </p:cNvPr>
          <p:cNvSpPr>
            <a:spLocks xmlns:a="http://schemas.openxmlformats.org/drawingml/2006/main" noGrp="1"/>
          </p:cNvSpPr>
          <p:nvPr/>
        </p:nvSpPr>
        <p:spPr>
          <a:xfrm xmlns:a="http://schemas.openxmlformats.org/drawingml/2006/main">
            <a:off x="685800" y="52863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DBE6DD"/>
                </a:solidFill>
                <a:latin typeface="Arial"/>
                <a:ea typeface="Arial"/>
                <a:cs typeface="Arial"/>
              </a:defRPr>
            </a:defPPr>
            <a:lvl1pPr>
              <a:defRPr sz="2175" b="0">
                <a:solidFill>
                  <a:srgbClr val="DBE6DD"/>
                </a:solidFill>
                <a:latin typeface="Arial"/>
                <a:ea typeface="Arial"/>
                <a:cs typeface="Arial"/>
              </a:defRPr>
            </a:lvl1pPr>
            <a:lvl2pPr>
              <a:defRPr sz="2175" b="0">
                <a:solidFill>
                  <a:srgbClr val="DBE6DD"/>
                </a:solidFill>
                <a:latin typeface="Arial"/>
                <a:ea typeface="Arial"/>
                <a:cs typeface="Arial"/>
              </a:defRPr>
            </a:lvl2pPr>
            <a:lvl3pPr>
              <a:defRPr sz="2175" b="0">
                <a:solidFill>
                  <a:srgbClr val="DBE6DD"/>
                </a:solidFill>
                <a:latin typeface="Arial"/>
                <a:ea typeface="Arial"/>
                <a:cs typeface="Arial"/>
              </a:defRPr>
            </a:lvl3pPr>
            <a:lvl4pPr>
              <a:defRPr sz="2175" b="0">
                <a:solidFill>
                  <a:srgbClr val="DBE6DD"/>
                </a:solidFill>
                <a:latin typeface="Arial"/>
                <a:ea typeface="Arial"/>
                <a:cs typeface="Arial"/>
              </a:defRPr>
            </a:lvl4pPr>
            <a:lvl5pPr>
              <a:defRPr sz="2175" b="0">
                <a:solidFill>
                  <a:srgbClr val="DBE6DD"/>
                </a:solidFill>
                <a:latin typeface="Arial"/>
                <a:ea typeface="Arial"/>
                <a:cs typeface="Arial"/>
              </a:defRPr>
            </a:lvl5pPr>
            <a:lvl6pPr>
              <a:defRPr sz="2175" b="0">
                <a:solidFill>
                  <a:srgbClr val="DBE6DD"/>
                </a:solidFill>
                <a:latin typeface="Arial"/>
                <a:ea typeface="Arial"/>
                <a:cs typeface="Arial"/>
              </a:defRPr>
            </a:lvl6pPr>
            <a:lvl7pPr>
              <a:defRPr sz="2175" b="0">
                <a:solidFill>
                  <a:srgbClr val="DBE6DD"/>
                </a:solidFill>
                <a:latin typeface="Arial"/>
                <a:ea typeface="Arial"/>
                <a:cs typeface="Arial"/>
              </a:defRPr>
            </a:lvl7pPr>
            <a:lvl8pPr>
              <a:defRPr sz="2175" b="0">
                <a:solidFill>
                  <a:srgbClr val="DBE6DD"/>
                </a:solidFill>
                <a:latin typeface="Arial"/>
                <a:ea typeface="Arial"/>
                <a:cs typeface="Arial"/>
              </a:defRPr>
            </a:lvl8pPr>
            <a:lvl9pPr>
              <a:defRPr sz="2175" b="0">
                <a:solidFill>
                  <a:srgbClr val="DBE6DD"/>
                </a:solidFill>
                <a:latin typeface="Arial"/>
                <a:ea typeface="Arial"/>
                <a:cs typeface="Arial"/>
              </a:defRPr>
            </a:lvl9pPr>
          </a:lstStyle>
          <a:p xmlns:a="http://schemas.openxmlformats.org/drawingml/2006/main">
            <a:pPr>
              <a:defRPr sz="2175" b="0">
                <a:solidFill>
                  <a:srgbClr val="DBE6DD"/>
                </a:solidFill>
                <a:latin typeface="Arial"/>
                <a:ea typeface="Arial"/>
                <a:cs typeface="Arial"/>
              </a:defRPr>
            </a:pPr>
            <a:r>
              <a:rPr sz="2175" b="0">
                <a:solidFill>
                  <a:srgbClr val="DBE6DD"/>
                </a:solidFill>
                <a:latin typeface="Arial"/>
                <a:ea typeface="Arial"/>
                <a:cs typeface="Arial"/>
              </a:rPr>
              <a:t>The student decides when a question goes to staff.</a:t>
            </a:r>
          </a:p>
        </p:txBody>
      </p:sp>
    </p:spTree>
    <p:extLst>
      <p:ext uri="{BB962C8B-B14F-4D97-AF65-F5344CB8AC3E}">
        <p14:creationId xmlns:p14="http://schemas.microsoft.com/office/powerpoint/2010/main" val="382575098"/>
      </p:ext>
    </p:extLst>
  </p:cSld>
</p:sld>
</file>

<file path=ppt/slides/slide4.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DCC0557-FB49-48E2-A12E-8DDC4F3ADC0B}"/>
              </a:ext>
            </a:extLst>
          </p:cNvPr>
          <p:cNvSpPr>
            <a:spLocks xmlns:a="http://schemas.openxmlformats.org/drawingml/2006/main" noGrp="1"/>
          </p:cNvSpPr>
          <p:nvPr/>
        </p:nvSpPr>
        <p:spPr>
          <a:xfrm xmlns:a="http://schemas.openxmlformats.org/drawingml/2006/main">
            <a:off x="685800" y="361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03  APPROACH</a:t>
            </a:r>
          </a:p>
        </p:txBody>
      </p:sp>
      <p:sp>
        <p:nvSpPr>
          <p:cNvPr id="2" name="">
            <a:extLst xmlns:a="http://schemas.openxmlformats.org/drawingml/2006/main">
              <a:ext uri="{FF2B5EF4-FFF2-40B4-BE49-F238E27FC236}">
                <a16:creationId xmlns:a16="http://schemas.microsoft.com/office/drawing/2014/main" id="{AC360191-CDCF-4215-9404-971CCEC4D34C}"/>
              </a:ext>
            </a:extLst>
          </p:cNvPr>
          <p:cNvSpPr>
            <a:spLocks xmlns:a="http://schemas.openxmlformats.org/drawingml/2006/main" noGrp="1"/>
          </p:cNvSpPr>
          <p:nvPr/>
        </p:nvSpPr>
        <p:spPr>
          <a:xfrm xmlns:a="http://schemas.openxmlformats.org/drawingml/2006/main">
            <a:off x="685800" y="952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How a question becomes an answer</a:t>
            </a:r>
          </a:p>
        </p:txBody>
      </p:sp>
      <p:sp>
        <p:nvSpPr>
          <p:cNvPr id="3" name="">
            <a:extLst xmlns:a="http://schemas.openxmlformats.org/drawingml/2006/main">
              <a:ext uri="{FF2B5EF4-FFF2-40B4-BE49-F238E27FC236}">
                <a16:creationId xmlns:a16="http://schemas.microsoft.com/office/drawing/2014/main" id="{3A010275-1A53-415C-952F-B728FF24AA81}"/>
              </a:ext>
            </a:extLst>
          </p:cNvPr>
          <p:cNvSpPr>
            <a:spLocks xmlns:a="http://schemas.openxmlformats.org/drawingml/2006/main" noGrp="1"/>
          </p:cNvSpPr>
          <p:nvPr/>
        </p:nvSpPr>
        <p:spPr>
          <a:xfrm xmlns:a="http://schemas.openxmlformats.org/drawingml/2006/main">
            <a:off x="685800" y="641985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04</a:t>
            </a:r>
          </a:p>
        </p:txBody>
      </p:sp>
      <p:sp>
        <p:nvSpPr>
          <p:cNvPr id="4" name="">
            <a:extLst xmlns:a="http://schemas.openxmlformats.org/drawingml/2006/main">
              <a:ext uri="{FF2B5EF4-FFF2-40B4-BE49-F238E27FC236}">
                <a16:creationId xmlns:a16="http://schemas.microsoft.com/office/drawing/2014/main" id="{1CEA84C2-02D8-4B37-B8FD-DAAE7EE3497A}"/>
              </a:ext>
            </a:extLst>
          </p:cNvPr>
          <p:cNvSpPr>
            <a:spLocks xmlns:a="http://schemas.openxmlformats.org/drawingml/2006/main" noGrp="1"/>
          </p:cNvSpPr>
          <p:nvPr/>
        </p:nvSpPr>
        <p:spPr>
          <a:xfrm xmlns:a="http://schemas.openxmlformats.org/drawingml/2006/main">
            <a:off x="685800" y="21717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4F40"/>
                </a:solidFill>
                <a:latin typeface="Arial"/>
                <a:ea typeface="Arial"/>
                <a:cs typeface="Arial"/>
              </a:defRPr>
            </a:defPPr>
            <a:lvl1pPr>
              <a:defRPr sz="2100" b="1">
                <a:solidFill>
                  <a:srgbClr val="294F40"/>
                </a:solidFill>
                <a:latin typeface="Arial"/>
                <a:ea typeface="Arial"/>
                <a:cs typeface="Arial"/>
              </a:defRPr>
            </a:lvl1pPr>
            <a:lvl2pPr>
              <a:defRPr sz="2100" b="1">
                <a:solidFill>
                  <a:srgbClr val="294F40"/>
                </a:solidFill>
                <a:latin typeface="Arial"/>
                <a:ea typeface="Arial"/>
                <a:cs typeface="Arial"/>
              </a:defRPr>
            </a:lvl2pPr>
            <a:lvl3pPr>
              <a:defRPr sz="2100" b="1">
                <a:solidFill>
                  <a:srgbClr val="294F40"/>
                </a:solidFill>
                <a:latin typeface="Arial"/>
                <a:ea typeface="Arial"/>
                <a:cs typeface="Arial"/>
              </a:defRPr>
            </a:lvl3pPr>
            <a:lvl4pPr>
              <a:defRPr sz="2100" b="1">
                <a:solidFill>
                  <a:srgbClr val="294F40"/>
                </a:solidFill>
                <a:latin typeface="Arial"/>
                <a:ea typeface="Arial"/>
                <a:cs typeface="Arial"/>
              </a:defRPr>
            </a:lvl4pPr>
            <a:lvl5pPr>
              <a:defRPr sz="2100" b="1">
                <a:solidFill>
                  <a:srgbClr val="294F40"/>
                </a:solidFill>
                <a:latin typeface="Arial"/>
                <a:ea typeface="Arial"/>
                <a:cs typeface="Arial"/>
              </a:defRPr>
            </a:lvl5pPr>
            <a:lvl6pPr>
              <a:defRPr sz="2100" b="1">
                <a:solidFill>
                  <a:srgbClr val="294F40"/>
                </a:solidFill>
                <a:latin typeface="Arial"/>
                <a:ea typeface="Arial"/>
                <a:cs typeface="Arial"/>
              </a:defRPr>
            </a:lvl6pPr>
            <a:lvl7pPr>
              <a:defRPr sz="2100" b="1">
                <a:solidFill>
                  <a:srgbClr val="294F40"/>
                </a:solidFill>
                <a:latin typeface="Arial"/>
                <a:ea typeface="Arial"/>
                <a:cs typeface="Arial"/>
              </a:defRPr>
            </a:lvl7pPr>
            <a:lvl8pPr>
              <a:defRPr sz="2100" b="1">
                <a:solidFill>
                  <a:srgbClr val="294F40"/>
                </a:solidFill>
                <a:latin typeface="Arial"/>
                <a:ea typeface="Arial"/>
                <a:cs typeface="Arial"/>
              </a:defRPr>
            </a:lvl8pPr>
            <a:lvl9pPr>
              <a:defRPr sz="2100" b="1">
                <a:solidFill>
                  <a:srgbClr val="294F40"/>
                </a:solidFill>
                <a:latin typeface="Arial"/>
                <a:ea typeface="Arial"/>
                <a:cs typeface="Arial"/>
              </a:defRPr>
            </a:lvl9pPr>
          </a:lstStyle>
          <a:p xmlns:a="http://schemas.openxmlformats.org/drawingml/2006/main">
            <a:pPr>
              <a:defRPr sz="2100" b="1">
                <a:solidFill>
                  <a:srgbClr val="294F40"/>
                </a:solidFill>
                <a:latin typeface="Arial"/>
                <a:ea typeface="Arial"/>
                <a:cs typeface="Arial"/>
              </a:defRPr>
            </a:pPr>
            <a:r>
              <a:rPr sz="2100" b="1">
                <a:solidFill>
                  <a:srgbClr val="294F4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05CC141-F751-4496-BD43-746480CB817B}"/>
              </a:ext>
            </a:extLst>
          </p:cNvPr>
          <p:cNvSpPr>
            <a:spLocks xmlns:a="http://schemas.openxmlformats.org/drawingml/2006/main" noGrp="1"/>
          </p:cNvSpPr>
          <p:nvPr/>
        </p:nvSpPr>
        <p:spPr>
          <a:xfrm xmlns:a="http://schemas.openxmlformats.org/drawingml/2006/main">
            <a:off x="1619250" y="21717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32B27"/>
                </a:solidFill>
                <a:latin typeface="Arial"/>
                <a:ea typeface="Arial"/>
                <a:cs typeface="Arial"/>
              </a:defRPr>
            </a:defPPr>
            <a:lvl1pPr>
              <a:defRPr sz="2250" b="1">
                <a:solidFill>
                  <a:srgbClr val="232B27"/>
                </a:solidFill>
                <a:latin typeface="Arial"/>
                <a:ea typeface="Arial"/>
                <a:cs typeface="Arial"/>
              </a:defRPr>
            </a:lvl1pPr>
            <a:lvl2pPr>
              <a:defRPr sz="2250" b="1">
                <a:solidFill>
                  <a:srgbClr val="232B27"/>
                </a:solidFill>
                <a:latin typeface="Arial"/>
                <a:ea typeface="Arial"/>
                <a:cs typeface="Arial"/>
              </a:defRPr>
            </a:lvl2pPr>
            <a:lvl3pPr>
              <a:defRPr sz="2250" b="1">
                <a:solidFill>
                  <a:srgbClr val="232B27"/>
                </a:solidFill>
                <a:latin typeface="Arial"/>
                <a:ea typeface="Arial"/>
                <a:cs typeface="Arial"/>
              </a:defRPr>
            </a:lvl3pPr>
            <a:lvl4pPr>
              <a:defRPr sz="2250" b="1">
                <a:solidFill>
                  <a:srgbClr val="232B27"/>
                </a:solidFill>
                <a:latin typeface="Arial"/>
                <a:ea typeface="Arial"/>
                <a:cs typeface="Arial"/>
              </a:defRPr>
            </a:lvl4pPr>
            <a:lvl5pPr>
              <a:defRPr sz="2250" b="1">
                <a:solidFill>
                  <a:srgbClr val="232B27"/>
                </a:solidFill>
                <a:latin typeface="Arial"/>
                <a:ea typeface="Arial"/>
                <a:cs typeface="Arial"/>
              </a:defRPr>
            </a:lvl5pPr>
            <a:lvl6pPr>
              <a:defRPr sz="2250" b="1">
                <a:solidFill>
                  <a:srgbClr val="232B27"/>
                </a:solidFill>
                <a:latin typeface="Arial"/>
                <a:ea typeface="Arial"/>
                <a:cs typeface="Arial"/>
              </a:defRPr>
            </a:lvl6pPr>
            <a:lvl7pPr>
              <a:defRPr sz="2250" b="1">
                <a:solidFill>
                  <a:srgbClr val="232B27"/>
                </a:solidFill>
                <a:latin typeface="Arial"/>
                <a:ea typeface="Arial"/>
                <a:cs typeface="Arial"/>
              </a:defRPr>
            </a:lvl7pPr>
            <a:lvl8pPr>
              <a:defRPr sz="2250" b="1">
                <a:solidFill>
                  <a:srgbClr val="232B27"/>
                </a:solidFill>
                <a:latin typeface="Arial"/>
                <a:ea typeface="Arial"/>
                <a:cs typeface="Arial"/>
              </a:defRPr>
            </a:lvl8pPr>
            <a:lvl9pPr>
              <a:defRPr sz="2250" b="1">
                <a:solidFill>
                  <a:srgbClr val="232B27"/>
                </a:solidFill>
                <a:latin typeface="Arial"/>
                <a:ea typeface="Arial"/>
                <a:cs typeface="Arial"/>
              </a:defRPr>
            </a:lvl9pPr>
          </a:lstStyle>
          <a:p xmlns:a="http://schemas.openxmlformats.org/drawingml/2006/main">
            <a:pPr>
              <a:defRPr sz="2250" b="1">
                <a:solidFill>
                  <a:srgbClr val="232B27"/>
                </a:solidFill>
                <a:latin typeface="Arial"/>
                <a:ea typeface="Arial"/>
                <a:cs typeface="Arial"/>
              </a:defRPr>
            </a:pPr>
            <a:r>
              <a:rPr sz="2250" b="1">
                <a:solidFill>
                  <a:srgbClr val="232B27"/>
                </a:solidFill>
                <a:latin typeface="Arial"/>
                <a:ea typeface="Arial"/>
                <a:cs typeface="Arial"/>
              </a:rPr>
              <a:t>Understand</a:t>
            </a:r>
          </a:p>
        </p:txBody>
      </p:sp>
      <p:sp>
        <p:nvSpPr>
          <p:cNvPr id="6" name="">
            <a:extLst xmlns:a="http://schemas.openxmlformats.org/drawingml/2006/main">
              <a:ext uri="{FF2B5EF4-FFF2-40B4-BE49-F238E27FC236}">
                <a16:creationId xmlns:a16="http://schemas.microsoft.com/office/drawing/2014/main" id="{EE11AD49-21C2-4447-B16D-F659C87D700A}"/>
              </a:ext>
            </a:extLst>
          </p:cNvPr>
          <p:cNvSpPr>
            <a:spLocks xmlns:a="http://schemas.openxmlformats.org/drawingml/2006/main" noGrp="1"/>
          </p:cNvSpPr>
          <p:nvPr/>
        </p:nvSpPr>
        <p:spPr>
          <a:xfrm xmlns:a="http://schemas.openxmlformats.org/drawingml/2006/main">
            <a:off x="4667250" y="2171700"/>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06861"/>
                </a:solidFill>
                <a:latin typeface="Arial"/>
                <a:ea typeface="Arial"/>
                <a:cs typeface="Arial"/>
              </a:defRPr>
            </a:defPPr>
            <a:lvl1pPr>
              <a:defRPr sz="2025" b="0">
                <a:solidFill>
                  <a:srgbClr val="606861"/>
                </a:solidFill>
                <a:latin typeface="Arial"/>
                <a:ea typeface="Arial"/>
                <a:cs typeface="Arial"/>
              </a:defRPr>
            </a:lvl1pPr>
            <a:lvl2pPr>
              <a:defRPr sz="2025" b="0">
                <a:solidFill>
                  <a:srgbClr val="606861"/>
                </a:solidFill>
                <a:latin typeface="Arial"/>
                <a:ea typeface="Arial"/>
                <a:cs typeface="Arial"/>
              </a:defRPr>
            </a:lvl2pPr>
            <a:lvl3pPr>
              <a:defRPr sz="2025" b="0">
                <a:solidFill>
                  <a:srgbClr val="606861"/>
                </a:solidFill>
                <a:latin typeface="Arial"/>
                <a:ea typeface="Arial"/>
                <a:cs typeface="Arial"/>
              </a:defRPr>
            </a:lvl3pPr>
            <a:lvl4pPr>
              <a:defRPr sz="2025" b="0">
                <a:solidFill>
                  <a:srgbClr val="606861"/>
                </a:solidFill>
                <a:latin typeface="Arial"/>
                <a:ea typeface="Arial"/>
                <a:cs typeface="Arial"/>
              </a:defRPr>
            </a:lvl4pPr>
            <a:lvl5pPr>
              <a:defRPr sz="2025" b="0">
                <a:solidFill>
                  <a:srgbClr val="606861"/>
                </a:solidFill>
                <a:latin typeface="Arial"/>
                <a:ea typeface="Arial"/>
                <a:cs typeface="Arial"/>
              </a:defRPr>
            </a:lvl5pPr>
            <a:lvl6pPr>
              <a:defRPr sz="2025" b="0">
                <a:solidFill>
                  <a:srgbClr val="606861"/>
                </a:solidFill>
                <a:latin typeface="Arial"/>
                <a:ea typeface="Arial"/>
                <a:cs typeface="Arial"/>
              </a:defRPr>
            </a:lvl6pPr>
            <a:lvl7pPr>
              <a:defRPr sz="2025" b="0">
                <a:solidFill>
                  <a:srgbClr val="606861"/>
                </a:solidFill>
                <a:latin typeface="Arial"/>
                <a:ea typeface="Arial"/>
                <a:cs typeface="Arial"/>
              </a:defRPr>
            </a:lvl7pPr>
            <a:lvl8pPr>
              <a:defRPr sz="2025" b="0">
                <a:solidFill>
                  <a:srgbClr val="606861"/>
                </a:solidFill>
                <a:latin typeface="Arial"/>
                <a:ea typeface="Arial"/>
                <a:cs typeface="Arial"/>
              </a:defRPr>
            </a:lvl8pPr>
            <a:lvl9pPr>
              <a:defRPr sz="2025" b="0">
                <a:solidFill>
                  <a:srgbClr val="606861"/>
                </a:solidFill>
                <a:latin typeface="Arial"/>
                <a:ea typeface="Arial"/>
                <a:cs typeface="Arial"/>
              </a:defRPr>
            </a:lvl9pPr>
          </a:lstStyle>
          <a:p xmlns:a="http://schemas.openxmlformats.org/drawingml/2006/main">
            <a:pPr>
              <a:defRPr sz="2025" b="0">
                <a:solidFill>
                  <a:srgbClr val="606861"/>
                </a:solidFill>
                <a:latin typeface="Arial"/>
                <a:ea typeface="Arial"/>
                <a:cs typeface="Arial"/>
              </a:defRPr>
            </a:pPr>
            <a:r>
              <a:rPr sz="2025" b="0">
                <a:solidFill>
                  <a:srgbClr val="606861"/>
                </a:solidFill>
                <a:latin typeface="Arial"/>
                <a:ea typeface="Arial"/>
                <a:cs typeface="Arial"/>
              </a:rPr>
              <a:t>Use the question and its conversation context.</a:t>
            </a:r>
          </a:p>
        </p:txBody>
      </p:sp>
      <p:sp>
        <p:nvSpPr>
          <p:cNvPr id="7" name="">
            <a:extLst xmlns:a="http://schemas.openxmlformats.org/drawingml/2006/main">
              <a:ext uri="{FF2B5EF4-FFF2-40B4-BE49-F238E27FC236}">
                <a16:creationId xmlns:a16="http://schemas.microsoft.com/office/drawing/2014/main" id="{D5FD8FFC-E75A-457B-9AA0-EBA045A4F95F}"/>
              </a:ext>
            </a:extLst>
          </p:cNvPr>
          <p:cNvSpPr>
            <a:spLocks xmlns:a="http://schemas.openxmlformats.org/drawingml/2006/main" noGrp="1"/>
          </p:cNvSpPr>
          <p:nvPr/>
        </p:nvSpPr>
        <p:spPr>
          <a:xfrm xmlns:a="http://schemas.openxmlformats.org/drawingml/2006/main">
            <a:off x="685800" y="31242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4F40"/>
                </a:solidFill>
                <a:latin typeface="Arial"/>
                <a:ea typeface="Arial"/>
                <a:cs typeface="Arial"/>
              </a:defRPr>
            </a:defPPr>
            <a:lvl1pPr>
              <a:defRPr sz="2100" b="1">
                <a:solidFill>
                  <a:srgbClr val="294F40"/>
                </a:solidFill>
                <a:latin typeface="Arial"/>
                <a:ea typeface="Arial"/>
                <a:cs typeface="Arial"/>
              </a:defRPr>
            </a:lvl1pPr>
            <a:lvl2pPr>
              <a:defRPr sz="2100" b="1">
                <a:solidFill>
                  <a:srgbClr val="294F40"/>
                </a:solidFill>
                <a:latin typeface="Arial"/>
                <a:ea typeface="Arial"/>
                <a:cs typeface="Arial"/>
              </a:defRPr>
            </a:lvl2pPr>
            <a:lvl3pPr>
              <a:defRPr sz="2100" b="1">
                <a:solidFill>
                  <a:srgbClr val="294F40"/>
                </a:solidFill>
                <a:latin typeface="Arial"/>
                <a:ea typeface="Arial"/>
                <a:cs typeface="Arial"/>
              </a:defRPr>
            </a:lvl3pPr>
            <a:lvl4pPr>
              <a:defRPr sz="2100" b="1">
                <a:solidFill>
                  <a:srgbClr val="294F40"/>
                </a:solidFill>
                <a:latin typeface="Arial"/>
                <a:ea typeface="Arial"/>
                <a:cs typeface="Arial"/>
              </a:defRPr>
            </a:lvl4pPr>
            <a:lvl5pPr>
              <a:defRPr sz="2100" b="1">
                <a:solidFill>
                  <a:srgbClr val="294F40"/>
                </a:solidFill>
                <a:latin typeface="Arial"/>
                <a:ea typeface="Arial"/>
                <a:cs typeface="Arial"/>
              </a:defRPr>
            </a:lvl5pPr>
            <a:lvl6pPr>
              <a:defRPr sz="2100" b="1">
                <a:solidFill>
                  <a:srgbClr val="294F40"/>
                </a:solidFill>
                <a:latin typeface="Arial"/>
                <a:ea typeface="Arial"/>
                <a:cs typeface="Arial"/>
              </a:defRPr>
            </a:lvl6pPr>
            <a:lvl7pPr>
              <a:defRPr sz="2100" b="1">
                <a:solidFill>
                  <a:srgbClr val="294F40"/>
                </a:solidFill>
                <a:latin typeface="Arial"/>
                <a:ea typeface="Arial"/>
                <a:cs typeface="Arial"/>
              </a:defRPr>
            </a:lvl7pPr>
            <a:lvl8pPr>
              <a:defRPr sz="2100" b="1">
                <a:solidFill>
                  <a:srgbClr val="294F40"/>
                </a:solidFill>
                <a:latin typeface="Arial"/>
                <a:ea typeface="Arial"/>
                <a:cs typeface="Arial"/>
              </a:defRPr>
            </a:lvl8pPr>
            <a:lvl9pPr>
              <a:defRPr sz="2100" b="1">
                <a:solidFill>
                  <a:srgbClr val="294F40"/>
                </a:solidFill>
                <a:latin typeface="Arial"/>
                <a:ea typeface="Arial"/>
                <a:cs typeface="Arial"/>
              </a:defRPr>
            </a:lvl9pPr>
          </a:lstStyle>
          <a:p xmlns:a="http://schemas.openxmlformats.org/drawingml/2006/main">
            <a:pPr>
              <a:defRPr sz="2100" b="1">
                <a:solidFill>
                  <a:srgbClr val="294F40"/>
                </a:solidFill>
                <a:latin typeface="Arial"/>
                <a:ea typeface="Arial"/>
                <a:cs typeface="Arial"/>
              </a:defRPr>
            </a:pPr>
            <a:r>
              <a:rPr sz="2100" b="1">
                <a:solidFill>
                  <a:srgbClr val="294F4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B42D0A5-1B98-4231-9951-C3B26FFE0028}"/>
              </a:ext>
            </a:extLst>
          </p:cNvPr>
          <p:cNvSpPr>
            <a:spLocks xmlns:a="http://schemas.openxmlformats.org/drawingml/2006/main" noGrp="1"/>
          </p:cNvSpPr>
          <p:nvPr/>
        </p:nvSpPr>
        <p:spPr>
          <a:xfrm xmlns:a="http://schemas.openxmlformats.org/drawingml/2006/main">
            <a:off x="1619250" y="31242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32B27"/>
                </a:solidFill>
                <a:latin typeface="Arial"/>
                <a:ea typeface="Arial"/>
                <a:cs typeface="Arial"/>
              </a:defRPr>
            </a:defPPr>
            <a:lvl1pPr>
              <a:defRPr sz="2250" b="1">
                <a:solidFill>
                  <a:srgbClr val="232B27"/>
                </a:solidFill>
                <a:latin typeface="Arial"/>
                <a:ea typeface="Arial"/>
                <a:cs typeface="Arial"/>
              </a:defRPr>
            </a:lvl1pPr>
            <a:lvl2pPr>
              <a:defRPr sz="2250" b="1">
                <a:solidFill>
                  <a:srgbClr val="232B27"/>
                </a:solidFill>
                <a:latin typeface="Arial"/>
                <a:ea typeface="Arial"/>
                <a:cs typeface="Arial"/>
              </a:defRPr>
            </a:lvl2pPr>
            <a:lvl3pPr>
              <a:defRPr sz="2250" b="1">
                <a:solidFill>
                  <a:srgbClr val="232B27"/>
                </a:solidFill>
                <a:latin typeface="Arial"/>
                <a:ea typeface="Arial"/>
                <a:cs typeface="Arial"/>
              </a:defRPr>
            </a:lvl3pPr>
            <a:lvl4pPr>
              <a:defRPr sz="2250" b="1">
                <a:solidFill>
                  <a:srgbClr val="232B27"/>
                </a:solidFill>
                <a:latin typeface="Arial"/>
                <a:ea typeface="Arial"/>
                <a:cs typeface="Arial"/>
              </a:defRPr>
            </a:lvl4pPr>
            <a:lvl5pPr>
              <a:defRPr sz="2250" b="1">
                <a:solidFill>
                  <a:srgbClr val="232B27"/>
                </a:solidFill>
                <a:latin typeface="Arial"/>
                <a:ea typeface="Arial"/>
                <a:cs typeface="Arial"/>
              </a:defRPr>
            </a:lvl5pPr>
            <a:lvl6pPr>
              <a:defRPr sz="2250" b="1">
                <a:solidFill>
                  <a:srgbClr val="232B27"/>
                </a:solidFill>
                <a:latin typeface="Arial"/>
                <a:ea typeface="Arial"/>
                <a:cs typeface="Arial"/>
              </a:defRPr>
            </a:lvl6pPr>
            <a:lvl7pPr>
              <a:defRPr sz="2250" b="1">
                <a:solidFill>
                  <a:srgbClr val="232B27"/>
                </a:solidFill>
                <a:latin typeface="Arial"/>
                <a:ea typeface="Arial"/>
                <a:cs typeface="Arial"/>
              </a:defRPr>
            </a:lvl7pPr>
            <a:lvl8pPr>
              <a:defRPr sz="2250" b="1">
                <a:solidFill>
                  <a:srgbClr val="232B27"/>
                </a:solidFill>
                <a:latin typeface="Arial"/>
                <a:ea typeface="Arial"/>
                <a:cs typeface="Arial"/>
              </a:defRPr>
            </a:lvl8pPr>
            <a:lvl9pPr>
              <a:defRPr sz="2250" b="1">
                <a:solidFill>
                  <a:srgbClr val="232B27"/>
                </a:solidFill>
                <a:latin typeface="Arial"/>
                <a:ea typeface="Arial"/>
                <a:cs typeface="Arial"/>
              </a:defRPr>
            </a:lvl9pPr>
          </a:lstStyle>
          <a:p xmlns:a="http://schemas.openxmlformats.org/drawingml/2006/main">
            <a:pPr>
              <a:defRPr sz="2250" b="1">
                <a:solidFill>
                  <a:srgbClr val="232B27"/>
                </a:solidFill>
                <a:latin typeface="Arial"/>
                <a:ea typeface="Arial"/>
                <a:cs typeface="Arial"/>
              </a:defRPr>
            </a:pPr>
            <a:r>
              <a:rPr sz="2250" b="1">
                <a:solidFill>
                  <a:srgbClr val="232B27"/>
                </a:solidFill>
                <a:latin typeface="Arial"/>
                <a:ea typeface="Arial"/>
                <a:cs typeface="Arial"/>
              </a:rPr>
              <a:t>Find evidence</a:t>
            </a:r>
          </a:p>
        </p:txBody>
      </p:sp>
      <p:sp>
        <p:nvSpPr>
          <p:cNvPr id="9" name="">
            <a:extLst xmlns:a="http://schemas.openxmlformats.org/drawingml/2006/main">
              <a:ext uri="{FF2B5EF4-FFF2-40B4-BE49-F238E27FC236}">
                <a16:creationId xmlns:a16="http://schemas.microsoft.com/office/drawing/2014/main" id="{EABD9ABC-383B-4994-B0A8-5F1FF04954BB}"/>
              </a:ext>
            </a:extLst>
          </p:cNvPr>
          <p:cNvSpPr>
            <a:spLocks xmlns:a="http://schemas.openxmlformats.org/drawingml/2006/main" noGrp="1"/>
          </p:cNvSpPr>
          <p:nvPr/>
        </p:nvSpPr>
        <p:spPr>
          <a:xfrm xmlns:a="http://schemas.openxmlformats.org/drawingml/2006/main">
            <a:off x="4667250" y="3124200"/>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06861"/>
                </a:solidFill>
                <a:latin typeface="Arial"/>
                <a:ea typeface="Arial"/>
                <a:cs typeface="Arial"/>
              </a:defRPr>
            </a:defPPr>
            <a:lvl1pPr>
              <a:defRPr sz="2025" b="0">
                <a:solidFill>
                  <a:srgbClr val="606861"/>
                </a:solidFill>
                <a:latin typeface="Arial"/>
                <a:ea typeface="Arial"/>
                <a:cs typeface="Arial"/>
              </a:defRPr>
            </a:lvl1pPr>
            <a:lvl2pPr>
              <a:defRPr sz="2025" b="0">
                <a:solidFill>
                  <a:srgbClr val="606861"/>
                </a:solidFill>
                <a:latin typeface="Arial"/>
                <a:ea typeface="Arial"/>
                <a:cs typeface="Arial"/>
              </a:defRPr>
            </a:lvl2pPr>
            <a:lvl3pPr>
              <a:defRPr sz="2025" b="0">
                <a:solidFill>
                  <a:srgbClr val="606861"/>
                </a:solidFill>
                <a:latin typeface="Arial"/>
                <a:ea typeface="Arial"/>
                <a:cs typeface="Arial"/>
              </a:defRPr>
            </a:lvl3pPr>
            <a:lvl4pPr>
              <a:defRPr sz="2025" b="0">
                <a:solidFill>
                  <a:srgbClr val="606861"/>
                </a:solidFill>
                <a:latin typeface="Arial"/>
                <a:ea typeface="Arial"/>
                <a:cs typeface="Arial"/>
              </a:defRPr>
            </a:lvl4pPr>
            <a:lvl5pPr>
              <a:defRPr sz="2025" b="0">
                <a:solidFill>
                  <a:srgbClr val="606861"/>
                </a:solidFill>
                <a:latin typeface="Arial"/>
                <a:ea typeface="Arial"/>
                <a:cs typeface="Arial"/>
              </a:defRPr>
            </a:lvl5pPr>
            <a:lvl6pPr>
              <a:defRPr sz="2025" b="0">
                <a:solidFill>
                  <a:srgbClr val="606861"/>
                </a:solidFill>
                <a:latin typeface="Arial"/>
                <a:ea typeface="Arial"/>
                <a:cs typeface="Arial"/>
              </a:defRPr>
            </a:lvl6pPr>
            <a:lvl7pPr>
              <a:defRPr sz="2025" b="0">
                <a:solidFill>
                  <a:srgbClr val="606861"/>
                </a:solidFill>
                <a:latin typeface="Arial"/>
                <a:ea typeface="Arial"/>
                <a:cs typeface="Arial"/>
              </a:defRPr>
            </a:lvl7pPr>
            <a:lvl8pPr>
              <a:defRPr sz="2025" b="0">
                <a:solidFill>
                  <a:srgbClr val="606861"/>
                </a:solidFill>
                <a:latin typeface="Arial"/>
                <a:ea typeface="Arial"/>
                <a:cs typeface="Arial"/>
              </a:defRPr>
            </a:lvl8pPr>
            <a:lvl9pPr>
              <a:defRPr sz="2025" b="0">
                <a:solidFill>
                  <a:srgbClr val="606861"/>
                </a:solidFill>
                <a:latin typeface="Arial"/>
                <a:ea typeface="Arial"/>
                <a:cs typeface="Arial"/>
              </a:defRPr>
            </a:lvl9pPr>
          </a:lstStyle>
          <a:p xmlns:a="http://schemas.openxmlformats.org/drawingml/2006/main">
            <a:pPr>
              <a:defRPr sz="2025" b="0">
                <a:solidFill>
                  <a:srgbClr val="606861"/>
                </a:solidFill>
                <a:latin typeface="Arial"/>
                <a:ea typeface="Arial"/>
                <a:cs typeface="Arial"/>
              </a:defRPr>
            </a:pPr>
            <a:r>
              <a:rPr sz="2025" b="0">
                <a:solidFill>
                  <a:srgbClr val="606861"/>
                </a:solidFill>
                <a:latin typeface="Arial"/>
                <a:ea typeface="Arial"/>
                <a:cs typeface="Arial"/>
              </a:rPr>
              <a:t>Search approved VIT Vellore source passages.</a:t>
            </a:r>
          </a:p>
        </p:txBody>
      </p:sp>
      <p:sp>
        <p:nvSpPr>
          <p:cNvPr id="10" name="">
            <a:extLst xmlns:a="http://schemas.openxmlformats.org/drawingml/2006/main">
              <a:ext uri="{FF2B5EF4-FFF2-40B4-BE49-F238E27FC236}">
                <a16:creationId xmlns:a16="http://schemas.microsoft.com/office/drawing/2014/main" id="{7A90895E-AD70-41D5-B493-B07D0438AD11}"/>
              </a:ext>
            </a:extLst>
          </p:cNvPr>
          <p:cNvSpPr>
            <a:spLocks xmlns:a="http://schemas.openxmlformats.org/drawingml/2006/main" noGrp="1"/>
          </p:cNvSpPr>
          <p:nvPr/>
        </p:nvSpPr>
        <p:spPr>
          <a:xfrm xmlns:a="http://schemas.openxmlformats.org/drawingml/2006/main">
            <a:off x="685800" y="40767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4F40"/>
                </a:solidFill>
                <a:latin typeface="Arial"/>
                <a:ea typeface="Arial"/>
                <a:cs typeface="Arial"/>
              </a:defRPr>
            </a:defPPr>
            <a:lvl1pPr>
              <a:defRPr sz="2100" b="1">
                <a:solidFill>
                  <a:srgbClr val="294F40"/>
                </a:solidFill>
                <a:latin typeface="Arial"/>
                <a:ea typeface="Arial"/>
                <a:cs typeface="Arial"/>
              </a:defRPr>
            </a:lvl1pPr>
            <a:lvl2pPr>
              <a:defRPr sz="2100" b="1">
                <a:solidFill>
                  <a:srgbClr val="294F40"/>
                </a:solidFill>
                <a:latin typeface="Arial"/>
                <a:ea typeface="Arial"/>
                <a:cs typeface="Arial"/>
              </a:defRPr>
            </a:lvl2pPr>
            <a:lvl3pPr>
              <a:defRPr sz="2100" b="1">
                <a:solidFill>
                  <a:srgbClr val="294F40"/>
                </a:solidFill>
                <a:latin typeface="Arial"/>
                <a:ea typeface="Arial"/>
                <a:cs typeface="Arial"/>
              </a:defRPr>
            </a:lvl3pPr>
            <a:lvl4pPr>
              <a:defRPr sz="2100" b="1">
                <a:solidFill>
                  <a:srgbClr val="294F40"/>
                </a:solidFill>
                <a:latin typeface="Arial"/>
                <a:ea typeface="Arial"/>
                <a:cs typeface="Arial"/>
              </a:defRPr>
            </a:lvl4pPr>
            <a:lvl5pPr>
              <a:defRPr sz="2100" b="1">
                <a:solidFill>
                  <a:srgbClr val="294F40"/>
                </a:solidFill>
                <a:latin typeface="Arial"/>
                <a:ea typeface="Arial"/>
                <a:cs typeface="Arial"/>
              </a:defRPr>
            </a:lvl5pPr>
            <a:lvl6pPr>
              <a:defRPr sz="2100" b="1">
                <a:solidFill>
                  <a:srgbClr val="294F40"/>
                </a:solidFill>
                <a:latin typeface="Arial"/>
                <a:ea typeface="Arial"/>
                <a:cs typeface="Arial"/>
              </a:defRPr>
            </a:lvl6pPr>
            <a:lvl7pPr>
              <a:defRPr sz="2100" b="1">
                <a:solidFill>
                  <a:srgbClr val="294F40"/>
                </a:solidFill>
                <a:latin typeface="Arial"/>
                <a:ea typeface="Arial"/>
                <a:cs typeface="Arial"/>
              </a:defRPr>
            </a:lvl7pPr>
            <a:lvl8pPr>
              <a:defRPr sz="2100" b="1">
                <a:solidFill>
                  <a:srgbClr val="294F40"/>
                </a:solidFill>
                <a:latin typeface="Arial"/>
                <a:ea typeface="Arial"/>
                <a:cs typeface="Arial"/>
              </a:defRPr>
            </a:lvl8pPr>
            <a:lvl9pPr>
              <a:defRPr sz="2100" b="1">
                <a:solidFill>
                  <a:srgbClr val="294F40"/>
                </a:solidFill>
                <a:latin typeface="Arial"/>
                <a:ea typeface="Arial"/>
                <a:cs typeface="Arial"/>
              </a:defRPr>
            </a:lvl9pPr>
          </a:lstStyle>
          <a:p xmlns:a="http://schemas.openxmlformats.org/drawingml/2006/main">
            <a:pPr>
              <a:defRPr sz="2100" b="1">
                <a:solidFill>
                  <a:srgbClr val="294F40"/>
                </a:solidFill>
                <a:latin typeface="Arial"/>
                <a:ea typeface="Arial"/>
                <a:cs typeface="Arial"/>
              </a:defRPr>
            </a:pPr>
            <a:r>
              <a:rPr sz="2100" b="1">
                <a:solidFill>
                  <a:srgbClr val="294F4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772DB6D8-FD56-4497-BA88-F1273C54B667}"/>
              </a:ext>
            </a:extLst>
          </p:cNvPr>
          <p:cNvSpPr>
            <a:spLocks xmlns:a="http://schemas.openxmlformats.org/drawingml/2006/main" noGrp="1"/>
          </p:cNvSpPr>
          <p:nvPr/>
        </p:nvSpPr>
        <p:spPr>
          <a:xfrm xmlns:a="http://schemas.openxmlformats.org/drawingml/2006/main">
            <a:off x="1619250" y="40767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32B27"/>
                </a:solidFill>
                <a:latin typeface="Arial"/>
                <a:ea typeface="Arial"/>
                <a:cs typeface="Arial"/>
              </a:defRPr>
            </a:defPPr>
            <a:lvl1pPr>
              <a:defRPr sz="2250" b="1">
                <a:solidFill>
                  <a:srgbClr val="232B27"/>
                </a:solidFill>
                <a:latin typeface="Arial"/>
                <a:ea typeface="Arial"/>
                <a:cs typeface="Arial"/>
              </a:defRPr>
            </a:lvl1pPr>
            <a:lvl2pPr>
              <a:defRPr sz="2250" b="1">
                <a:solidFill>
                  <a:srgbClr val="232B27"/>
                </a:solidFill>
                <a:latin typeface="Arial"/>
                <a:ea typeface="Arial"/>
                <a:cs typeface="Arial"/>
              </a:defRPr>
            </a:lvl2pPr>
            <a:lvl3pPr>
              <a:defRPr sz="2250" b="1">
                <a:solidFill>
                  <a:srgbClr val="232B27"/>
                </a:solidFill>
                <a:latin typeface="Arial"/>
                <a:ea typeface="Arial"/>
                <a:cs typeface="Arial"/>
              </a:defRPr>
            </a:lvl3pPr>
            <a:lvl4pPr>
              <a:defRPr sz="2250" b="1">
                <a:solidFill>
                  <a:srgbClr val="232B27"/>
                </a:solidFill>
                <a:latin typeface="Arial"/>
                <a:ea typeface="Arial"/>
                <a:cs typeface="Arial"/>
              </a:defRPr>
            </a:lvl4pPr>
            <a:lvl5pPr>
              <a:defRPr sz="2250" b="1">
                <a:solidFill>
                  <a:srgbClr val="232B27"/>
                </a:solidFill>
                <a:latin typeface="Arial"/>
                <a:ea typeface="Arial"/>
                <a:cs typeface="Arial"/>
              </a:defRPr>
            </a:lvl5pPr>
            <a:lvl6pPr>
              <a:defRPr sz="2250" b="1">
                <a:solidFill>
                  <a:srgbClr val="232B27"/>
                </a:solidFill>
                <a:latin typeface="Arial"/>
                <a:ea typeface="Arial"/>
                <a:cs typeface="Arial"/>
              </a:defRPr>
            </a:lvl6pPr>
            <a:lvl7pPr>
              <a:defRPr sz="2250" b="1">
                <a:solidFill>
                  <a:srgbClr val="232B27"/>
                </a:solidFill>
                <a:latin typeface="Arial"/>
                <a:ea typeface="Arial"/>
                <a:cs typeface="Arial"/>
              </a:defRPr>
            </a:lvl7pPr>
            <a:lvl8pPr>
              <a:defRPr sz="2250" b="1">
                <a:solidFill>
                  <a:srgbClr val="232B27"/>
                </a:solidFill>
                <a:latin typeface="Arial"/>
                <a:ea typeface="Arial"/>
                <a:cs typeface="Arial"/>
              </a:defRPr>
            </a:lvl8pPr>
            <a:lvl9pPr>
              <a:defRPr sz="2250" b="1">
                <a:solidFill>
                  <a:srgbClr val="232B27"/>
                </a:solidFill>
                <a:latin typeface="Arial"/>
                <a:ea typeface="Arial"/>
                <a:cs typeface="Arial"/>
              </a:defRPr>
            </a:lvl9pPr>
          </a:lstStyle>
          <a:p xmlns:a="http://schemas.openxmlformats.org/drawingml/2006/main">
            <a:pPr>
              <a:defRPr sz="2250" b="1">
                <a:solidFill>
                  <a:srgbClr val="232B27"/>
                </a:solidFill>
                <a:latin typeface="Arial"/>
                <a:ea typeface="Arial"/>
                <a:cs typeface="Arial"/>
              </a:defRPr>
            </a:pPr>
            <a:r>
              <a:rPr sz="2250" b="1">
                <a:solidFill>
                  <a:srgbClr val="232B27"/>
                </a:solidFill>
                <a:latin typeface="Arial"/>
                <a:ea typeface="Arial"/>
                <a:cs typeface="Arial"/>
              </a:rPr>
              <a:t>Answer</a:t>
            </a:r>
          </a:p>
        </p:txBody>
      </p:sp>
      <p:sp>
        <p:nvSpPr>
          <p:cNvPr id="12" name="">
            <a:extLst xmlns:a="http://schemas.openxmlformats.org/drawingml/2006/main">
              <a:ext uri="{FF2B5EF4-FFF2-40B4-BE49-F238E27FC236}">
                <a16:creationId xmlns:a16="http://schemas.microsoft.com/office/drawing/2014/main" id="{06E8DD7B-5C26-4094-8D7B-9899FF684E16}"/>
              </a:ext>
            </a:extLst>
          </p:cNvPr>
          <p:cNvSpPr>
            <a:spLocks xmlns:a="http://schemas.openxmlformats.org/drawingml/2006/main" noGrp="1"/>
          </p:cNvSpPr>
          <p:nvPr/>
        </p:nvSpPr>
        <p:spPr>
          <a:xfrm xmlns:a="http://schemas.openxmlformats.org/drawingml/2006/main">
            <a:off x="4667250" y="4076700"/>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06861"/>
                </a:solidFill>
                <a:latin typeface="Arial"/>
                <a:ea typeface="Arial"/>
                <a:cs typeface="Arial"/>
              </a:defRPr>
            </a:defPPr>
            <a:lvl1pPr>
              <a:defRPr sz="2025" b="0">
                <a:solidFill>
                  <a:srgbClr val="606861"/>
                </a:solidFill>
                <a:latin typeface="Arial"/>
                <a:ea typeface="Arial"/>
                <a:cs typeface="Arial"/>
              </a:defRPr>
            </a:lvl1pPr>
            <a:lvl2pPr>
              <a:defRPr sz="2025" b="0">
                <a:solidFill>
                  <a:srgbClr val="606861"/>
                </a:solidFill>
                <a:latin typeface="Arial"/>
                <a:ea typeface="Arial"/>
                <a:cs typeface="Arial"/>
              </a:defRPr>
            </a:lvl2pPr>
            <a:lvl3pPr>
              <a:defRPr sz="2025" b="0">
                <a:solidFill>
                  <a:srgbClr val="606861"/>
                </a:solidFill>
                <a:latin typeface="Arial"/>
                <a:ea typeface="Arial"/>
                <a:cs typeface="Arial"/>
              </a:defRPr>
            </a:lvl3pPr>
            <a:lvl4pPr>
              <a:defRPr sz="2025" b="0">
                <a:solidFill>
                  <a:srgbClr val="606861"/>
                </a:solidFill>
                <a:latin typeface="Arial"/>
                <a:ea typeface="Arial"/>
                <a:cs typeface="Arial"/>
              </a:defRPr>
            </a:lvl4pPr>
            <a:lvl5pPr>
              <a:defRPr sz="2025" b="0">
                <a:solidFill>
                  <a:srgbClr val="606861"/>
                </a:solidFill>
                <a:latin typeface="Arial"/>
                <a:ea typeface="Arial"/>
                <a:cs typeface="Arial"/>
              </a:defRPr>
            </a:lvl5pPr>
            <a:lvl6pPr>
              <a:defRPr sz="2025" b="0">
                <a:solidFill>
                  <a:srgbClr val="606861"/>
                </a:solidFill>
                <a:latin typeface="Arial"/>
                <a:ea typeface="Arial"/>
                <a:cs typeface="Arial"/>
              </a:defRPr>
            </a:lvl6pPr>
            <a:lvl7pPr>
              <a:defRPr sz="2025" b="0">
                <a:solidFill>
                  <a:srgbClr val="606861"/>
                </a:solidFill>
                <a:latin typeface="Arial"/>
                <a:ea typeface="Arial"/>
                <a:cs typeface="Arial"/>
              </a:defRPr>
            </a:lvl7pPr>
            <a:lvl8pPr>
              <a:defRPr sz="2025" b="0">
                <a:solidFill>
                  <a:srgbClr val="606861"/>
                </a:solidFill>
                <a:latin typeface="Arial"/>
                <a:ea typeface="Arial"/>
                <a:cs typeface="Arial"/>
              </a:defRPr>
            </a:lvl8pPr>
            <a:lvl9pPr>
              <a:defRPr sz="2025" b="0">
                <a:solidFill>
                  <a:srgbClr val="606861"/>
                </a:solidFill>
                <a:latin typeface="Arial"/>
                <a:ea typeface="Arial"/>
                <a:cs typeface="Arial"/>
              </a:defRPr>
            </a:lvl9pPr>
          </a:lstStyle>
          <a:p xmlns:a="http://schemas.openxmlformats.org/drawingml/2006/main">
            <a:pPr>
              <a:defRPr sz="2025" b="0">
                <a:solidFill>
                  <a:srgbClr val="606861"/>
                </a:solidFill>
                <a:latin typeface="Arial"/>
                <a:ea typeface="Arial"/>
                <a:cs typeface="Arial"/>
              </a:defRPr>
            </a:pPr>
            <a:r>
              <a:rPr sz="2025" b="0">
                <a:solidFill>
                  <a:srgbClr val="606861"/>
                </a:solidFill>
                <a:latin typeface="Arial"/>
                <a:ea typeface="Arial"/>
                <a:cs typeface="Arial"/>
              </a:rPr>
              <a:t>Generate a response and attach supporting sources.</a:t>
            </a:r>
          </a:p>
        </p:txBody>
      </p:sp>
      <p:sp>
        <p:nvSpPr>
          <p:cNvPr id="13" name="">
            <a:extLst xmlns:a="http://schemas.openxmlformats.org/drawingml/2006/main">
              <a:ext uri="{FF2B5EF4-FFF2-40B4-BE49-F238E27FC236}">
                <a16:creationId xmlns:a16="http://schemas.microsoft.com/office/drawing/2014/main" id="{B5F1B1AC-0A2D-480B-B764-7113AA9A6BF7}"/>
              </a:ext>
            </a:extLst>
          </p:cNvPr>
          <p:cNvSpPr>
            <a:spLocks xmlns:a="http://schemas.openxmlformats.org/drawingml/2006/main" noGrp="1"/>
          </p:cNvSpPr>
          <p:nvPr/>
        </p:nvSpPr>
        <p:spPr>
          <a:xfrm xmlns:a="http://schemas.openxmlformats.org/drawingml/2006/main">
            <a:off x="685800" y="50292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4F40"/>
                </a:solidFill>
                <a:latin typeface="Arial"/>
                <a:ea typeface="Arial"/>
                <a:cs typeface="Arial"/>
              </a:defRPr>
            </a:defPPr>
            <a:lvl1pPr>
              <a:defRPr sz="2100" b="1">
                <a:solidFill>
                  <a:srgbClr val="294F40"/>
                </a:solidFill>
                <a:latin typeface="Arial"/>
                <a:ea typeface="Arial"/>
                <a:cs typeface="Arial"/>
              </a:defRPr>
            </a:lvl1pPr>
            <a:lvl2pPr>
              <a:defRPr sz="2100" b="1">
                <a:solidFill>
                  <a:srgbClr val="294F40"/>
                </a:solidFill>
                <a:latin typeface="Arial"/>
                <a:ea typeface="Arial"/>
                <a:cs typeface="Arial"/>
              </a:defRPr>
            </a:lvl2pPr>
            <a:lvl3pPr>
              <a:defRPr sz="2100" b="1">
                <a:solidFill>
                  <a:srgbClr val="294F40"/>
                </a:solidFill>
                <a:latin typeface="Arial"/>
                <a:ea typeface="Arial"/>
                <a:cs typeface="Arial"/>
              </a:defRPr>
            </a:lvl3pPr>
            <a:lvl4pPr>
              <a:defRPr sz="2100" b="1">
                <a:solidFill>
                  <a:srgbClr val="294F40"/>
                </a:solidFill>
                <a:latin typeface="Arial"/>
                <a:ea typeface="Arial"/>
                <a:cs typeface="Arial"/>
              </a:defRPr>
            </a:lvl4pPr>
            <a:lvl5pPr>
              <a:defRPr sz="2100" b="1">
                <a:solidFill>
                  <a:srgbClr val="294F40"/>
                </a:solidFill>
                <a:latin typeface="Arial"/>
                <a:ea typeface="Arial"/>
                <a:cs typeface="Arial"/>
              </a:defRPr>
            </a:lvl5pPr>
            <a:lvl6pPr>
              <a:defRPr sz="2100" b="1">
                <a:solidFill>
                  <a:srgbClr val="294F40"/>
                </a:solidFill>
                <a:latin typeface="Arial"/>
                <a:ea typeface="Arial"/>
                <a:cs typeface="Arial"/>
              </a:defRPr>
            </a:lvl6pPr>
            <a:lvl7pPr>
              <a:defRPr sz="2100" b="1">
                <a:solidFill>
                  <a:srgbClr val="294F40"/>
                </a:solidFill>
                <a:latin typeface="Arial"/>
                <a:ea typeface="Arial"/>
                <a:cs typeface="Arial"/>
              </a:defRPr>
            </a:lvl7pPr>
            <a:lvl8pPr>
              <a:defRPr sz="2100" b="1">
                <a:solidFill>
                  <a:srgbClr val="294F40"/>
                </a:solidFill>
                <a:latin typeface="Arial"/>
                <a:ea typeface="Arial"/>
                <a:cs typeface="Arial"/>
              </a:defRPr>
            </a:lvl8pPr>
            <a:lvl9pPr>
              <a:defRPr sz="2100" b="1">
                <a:solidFill>
                  <a:srgbClr val="294F40"/>
                </a:solidFill>
                <a:latin typeface="Arial"/>
                <a:ea typeface="Arial"/>
                <a:cs typeface="Arial"/>
              </a:defRPr>
            </a:lvl9pPr>
          </a:lstStyle>
          <a:p xmlns:a="http://schemas.openxmlformats.org/drawingml/2006/main">
            <a:pPr>
              <a:defRPr sz="2100" b="1">
                <a:solidFill>
                  <a:srgbClr val="294F40"/>
                </a:solidFill>
                <a:latin typeface="Arial"/>
                <a:ea typeface="Arial"/>
                <a:cs typeface="Arial"/>
              </a:defRPr>
            </a:pPr>
            <a:r>
              <a:rPr sz="2100" b="1">
                <a:solidFill>
                  <a:srgbClr val="294F40"/>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7397F49C-8D24-48DD-8C6D-DA819D205BB8}"/>
              </a:ext>
            </a:extLst>
          </p:cNvPr>
          <p:cNvSpPr>
            <a:spLocks xmlns:a="http://schemas.openxmlformats.org/drawingml/2006/main" noGrp="1"/>
          </p:cNvSpPr>
          <p:nvPr/>
        </p:nvSpPr>
        <p:spPr>
          <a:xfrm xmlns:a="http://schemas.openxmlformats.org/drawingml/2006/main">
            <a:off x="1619250" y="50292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32B27"/>
                </a:solidFill>
                <a:latin typeface="Arial"/>
                <a:ea typeface="Arial"/>
                <a:cs typeface="Arial"/>
              </a:defRPr>
            </a:defPPr>
            <a:lvl1pPr>
              <a:defRPr sz="2250" b="1">
                <a:solidFill>
                  <a:srgbClr val="232B27"/>
                </a:solidFill>
                <a:latin typeface="Arial"/>
                <a:ea typeface="Arial"/>
                <a:cs typeface="Arial"/>
              </a:defRPr>
            </a:lvl1pPr>
            <a:lvl2pPr>
              <a:defRPr sz="2250" b="1">
                <a:solidFill>
                  <a:srgbClr val="232B27"/>
                </a:solidFill>
                <a:latin typeface="Arial"/>
                <a:ea typeface="Arial"/>
                <a:cs typeface="Arial"/>
              </a:defRPr>
            </a:lvl2pPr>
            <a:lvl3pPr>
              <a:defRPr sz="2250" b="1">
                <a:solidFill>
                  <a:srgbClr val="232B27"/>
                </a:solidFill>
                <a:latin typeface="Arial"/>
                <a:ea typeface="Arial"/>
                <a:cs typeface="Arial"/>
              </a:defRPr>
            </a:lvl3pPr>
            <a:lvl4pPr>
              <a:defRPr sz="2250" b="1">
                <a:solidFill>
                  <a:srgbClr val="232B27"/>
                </a:solidFill>
                <a:latin typeface="Arial"/>
                <a:ea typeface="Arial"/>
                <a:cs typeface="Arial"/>
              </a:defRPr>
            </a:lvl4pPr>
            <a:lvl5pPr>
              <a:defRPr sz="2250" b="1">
                <a:solidFill>
                  <a:srgbClr val="232B27"/>
                </a:solidFill>
                <a:latin typeface="Arial"/>
                <a:ea typeface="Arial"/>
                <a:cs typeface="Arial"/>
              </a:defRPr>
            </a:lvl5pPr>
            <a:lvl6pPr>
              <a:defRPr sz="2250" b="1">
                <a:solidFill>
                  <a:srgbClr val="232B27"/>
                </a:solidFill>
                <a:latin typeface="Arial"/>
                <a:ea typeface="Arial"/>
                <a:cs typeface="Arial"/>
              </a:defRPr>
            </a:lvl6pPr>
            <a:lvl7pPr>
              <a:defRPr sz="2250" b="1">
                <a:solidFill>
                  <a:srgbClr val="232B27"/>
                </a:solidFill>
                <a:latin typeface="Arial"/>
                <a:ea typeface="Arial"/>
                <a:cs typeface="Arial"/>
              </a:defRPr>
            </a:lvl7pPr>
            <a:lvl8pPr>
              <a:defRPr sz="2250" b="1">
                <a:solidFill>
                  <a:srgbClr val="232B27"/>
                </a:solidFill>
                <a:latin typeface="Arial"/>
                <a:ea typeface="Arial"/>
                <a:cs typeface="Arial"/>
              </a:defRPr>
            </a:lvl8pPr>
            <a:lvl9pPr>
              <a:defRPr sz="2250" b="1">
                <a:solidFill>
                  <a:srgbClr val="232B27"/>
                </a:solidFill>
                <a:latin typeface="Arial"/>
                <a:ea typeface="Arial"/>
                <a:cs typeface="Arial"/>
              </a:defRPr>
            </a:lvl9pPr>
          </a:lstStyle>
          <a:p xmlns:a="http://schemas.openxmlformats.org/drawingml/2006/main">
            <a:pPr>
              <a:defRPr sz="2250" b="1">
                <a:solidFill>
                  <a:srgbClr val="232B27"/>
                </a:solidFill>
                <a:latin typeface="Arial"/>
                <a:ea typeface="Arial"/>
                <a:cs typeface="Arial"/>
              </a:defRPr>
            </a:pPr>
            <a:r>
              <a:rPr sz="2250" b="1">
                <a:solidFill>
                  <a:srgbClr val="232B27"/>
                </a:solidFill>
                <a:latin typeface="Arial"/>
                <a:ea typeface="Arial"/>
                <a:cs typeface="Arial"/>
              </a:rPr>
              <a:t>Handle gaps</a:t>
            </a:r>
          </a:p>
        </p:txBody>
      </p:sp>
      <p:sp>
        <p:nvSpPr>
          <p:cNvPr id="15" name="">
            <a:extLst xmlns:a="http://schemas.openxmlformats.org/drawingml/2006/main">
              <a:ext uri="{FF2B5EF4-FFF2-40B4-BE49-F238E27FC236}">
                <a16:creationId xmlns:a16="http://schemas.microsoft.com/office/drawing/2014/main" id="{17931807-FC19-42A5-936C-E7F79A9ADDDF}"/>
              </a:ext>
            </a:extLst>
          </p:cNvPr>
          <p:cNvSpPr>
            <a:spLocks xmlns:a="http://schemas.openxmlformats.org/drawingml/2006/main" noGrp="1"/>
          </p:cNvSpPr>
          <p:nvPr/>
        </p:nvSpPr>
        <p:spPr>
          <a:xfrm xmlns:a="http://schemas.openxmlformats.org/drawingml/2006/main">
            <a:off x="4667250" y="5029200"/>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06861"/>
                </a:solidFill>
                <a:latin typeface="Arial"/>
                <a:ea typeface="Arial"/>
                <a:cs typeface="Arial"/>
              </a:defRPr>
            </a:defPPr>
            <a:lvl1pPr>
              <a:defRPr sz="2025" b="0">
                <a:solidFill>
                  <a:srgbClr val="606861"/>
                </a:solidFill>
                <a:latin typeface="Arial"/>
                <a:ea typeface="Arial"/>
                <a:cs typeface="Arial"/>
              </a:defRPr>
            </a:lvl1pPr>
            <a:lvl2pPr>
              <a:defRPr sz="2025" b="0">
                <a:solidFill>
                  <a:srgbClr val="606861"/>
                </a:solidFill>
                <a:latin typeface="Arial"/>
                <a:ea typeface="Arial"/>
                <a:cs typeface="Arial"/>
              </a:defRPr>
            </a:lvl2pPr>
            <a:lvl3pPr>
              <a:defRPr sz="2025" b="0">
                <a:solidFill>
                  <a:srgbClr val="606861"/>
                </a:solidFill>
                <a:latin typeface="Arial"/>
                <a:ea typeface="Arial"/>
                <a:cs typeface="Arial"/>
              </a:defRPr>
            </a:lvl3pPr>
            <a:lvl4pPr>
              <a:defRPr sz="2025" b="0">
                <a:solidFill>
                  <a:srgbClr val="606861"/>
                </a:solidFill>
                <a:latin typeface="Arial"/>
                <a:ea typeface="Arial"/>
                <a:cs typeface="Arial"/>
              </a:defRPr>
            </a:lvl4pPr>
            <a:lvl5pPr>
              <a:defRPr sz="2025" b="0">
                <a:solidFill>
                  <a:srgbClr val="606861"/>
                </a:solidFill>
                <a:latin typeface="Arial"/>
                <a:ea typeface="Arial"/>
                <a:cs typeface="Arial"/>
              </a:defRPr>
            </a:lvl5pPr>
            <a:lvl6pPr>
              <a:defRPr sz="2025" b="0">
                <a:solidFill>
                  <a:srgbClr val="606861"/>
                </a:solidFill>
                <a:latin typeface="Arial"/>
                <a:ea typeface="Arial"/>
                <a:cs typeface="Arial"/>
              </a:defRPr>
            </a:lvl6pPr>
            <a:lvl7pPr>
              <a:defRPr sz="2025" b="0">
                <a:solidFill>
                  <a:srgbClr val="606861"/>
                </a:solidFill>
                <a:latin typeface="Arial"/>
                <a:ea typeface="Arial"/>
                <a:cs typeface="Arial"/>
              </a:defRPr>
            </a:lvl7pPr>
            <a:lvl8pPr>
              <a:defRPr sz="2025" b="0">
                <a:solidFill>
                  <a:srgbClr val="606861"/>
                </a:solidFill>
                <a:latin typeface="Arial"/>
                <a:ea typeface="Arial"/>
                <a:cs typeface="Arial"/>
              </a:defRPr>
            </a:lvl8pPr>
            <a:lvl9pPr>
              <a:defRPr sz="2025" b="0">
                <a:solidFill>
                  <a:srgbClr val="606861"/>
                </a:solidFill>
                <a:latin typeface="Arial"/>
                <a:ea typeface="Arial"/>
                <a:cs typeface="Arial"/>
              </a:defRPr>
            </a:lvl9pPr>
          </a:lstStyle>
          <a:p xmlns:a="http://schemas.openxmlformats.org/drawingml/2006/main">
            <a:pPr>
              <a:defRPr sz="2025" b="0">
                <a:solidFill>
                  <a:srgbClr val="606861"/>
                </a:solidFill>
                <a:latin typeface="Arial"/>
                <a:ea typeface="Arial"/>
                <a:cs typeface="Arial"/>
              </a:defRPr>
            </a:pPr>
            <a:r>
              <a:rPr sz="2025" b="0">
                <a:solidFill>
                  <a:srgbClr val="606861"/>
                </a:solidFill>
                <a:latin typeface="Arial"/>
                <a:ea typeface="Arial"/>
                <a:cs typeface="Arial"/>
              </a:rPr>
              <a:t>Ask for clarification or offer a ticket with consent.</a:t>
            </a:r>
          </a:p>
        </p:txBody>
      </p:sp>
    </p:spTree>
    <p:extLst>
      <p:ext uri="{BB962C8B-B14F-4D97-AF65-F5344CB8AC3E}">
        <p14:creationId xmlns:p14="http://schemas.microsoft.com/office/powerpoint/2010/main" val="268751401"/>
      </p:ext>
    </p:extLst>
  </p:cSld>
</p:sld>
</file>

<file path=ppt/slides/slide5.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B8FEF16-2DB4-4709-84D1-3C1339F7EFC0}"/>
              </a:ext>
            </a:extLst>
          </p:cNvPr>
          <p:cNvSpPr>
            <a:spLocks xmlns:a="http://schemas.openxmlformats.org/drawingml/2006/main" noGrp="1"/>
          </p:cNvSpPr>
          <p:nvPr/>
        </p:nvSpPr>
        <p:spPr>
          <a:xfrm xmlns:a="http://schemas.openxmlformats.org/drawingml/2006/main">
            <a:off x="685800" y="361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04  IMPLEMENTATION</a:t>
            </a:r>
          </a:p>
        </p:txBody>
      </p:sp>
      <p:sp>
        <p:nvSpPr>
          <p:cNvPr id="2" name="">
            <a:extLst xmlns:a="http://schemas.openxmlformats.org/drawingml/2006/main">
              <a:ext uri="{FF2B5EF4-FFF2-40B4-BE49-F238E27FC236}">
                <a16:creationId xmlns:a16="http://schemas.microsoft.com/office/drawing/2014/main" id="{46D08011-D022-4EF1-9953-C587938B8A82}"/>
              </a:ext>
            </a:extLst>
          </p:cNvPr>
          <p:cNvSpPr>
            <a:spLocks xmlns:a="http://schemas.openxmlformats.org/drawingml/2006/main" noGrp="1"/>
          </p:cNvSpPr>
          <p:nvPr/>
        </p:nvSpPr>
        <p:spPr>
          <a:xfrm xmlns:a="http://schemas.openxmlformats.org/drawingml/2006/main">
            <a:off x="685800" y="952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Technology behind the prototype</a:t>
            </a:r>
          </a:p>
        </p:txBody>
      </p:sp>
      <p:sp>
        <p:nvSpPr>
          <p:cNvPr id="3" name="">
            <a:extLst xmlns:a="http://schemas.openxmlformats.org/drawingml/2006/main">
              <a:ext uri="{FF2B5EF4-FFF2-40B4-BE49-F238E27FC236}">
                <a16:creationId xmlns:a16="http://schemas.microsoft.com/office/drawing/2014/main" id="{A9AC1E26-2F48-49E2-9E20-778C01ADE83C}"/>
              </a:ext>
            </a:extLst>
          </p:cNvPr>
          <p:cNvSpPr>
            <a:spLocks xmlns:a="http://schemas.openxmlformats.org/drawingml/2006/main" noGrp="1"/>
          </p:cNvSpPr>
          <p:nvPr/>
        </p:nvSpPr>
        <p:spPr>
          <a:xfrm xmlns:a="http://schemas.openxmlformats.org/drawingml/2006/main">
            <a:off x="685800" y="641985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05</a:t>
            </a:r>
          </a:p>
        </p:txBody>
      </p:sp>
      <p:sp>
        <p:nvSpPr>
          <p:cNvPr id="4" name="">
            <a:extLst xmlns:a="http://schemas.openxmlformats.org/drawingml/2006/main">
              <a:ext uri="{FF2B5EF4-FFF2-40B4-BE49-F238E27FC236}">
                <a16:creationId xmlns:a16="http://schemas.microsoft.com/office/drawing/2014/main" id="{38A67F2D-9DBD-457A-9826-25AF56491C9F}"/>
              </a:ext>
            </a:extLst>
          </p:cNvPr>
          <p:cNvSpPr>
            <a:spLocks xmlns:a="http://schemas.openxmlformats.org/drawingml/2006/main" noGrp="1"/>
          </p:cNvSpPr>
          <p:nvPr/>
        </p:nvSpPr>
        <p:spPr>
          <a:xfrm xmlns:a="http://schemas.openxmlformats.org/drawingml/2006/main">
            <a:off x="685800" y="22288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294F40"/>
                </a:solidFill>
                <a:latin typeface="Arial"/>
                <a:ea typeface="Arial"/>
                <a:cs typeface="Arial"/>
              </a:defRPr>
            </a:defPPr>
            <a:lvl1pPr>
              <a:defRPr sz="2475" b="1">
                <a:solidFill>
                  <a:srgbClr val="294F40"/>
                </a:solidFill>
                <a:latin typeface="Arial"/>
                <a:ea typeface="Arial"/>
                <a:cs typeface="Arial"/>
              </a:defRPr>
            </a:lvl1pPr>
            <a:lvl2pPr>
              <a:defRPr sz="2475" b="1">
                <a:solidFill>
                  <a:srgbClr val="294F40"/>
                </a:solidFill>
                <a:latin typeface="Arial"/>
                <a:ea typeface="Arial"/>
                <a:cs typeface="Arial"/>
              </a:defRPr>
            </a:lvl2pPr>
            <a:lvl3pPr>
              <a:defRPr sz="2475" b="1">
                <a:solidFill>
                  <a:srgbClr val="294F40"/>
                </a:solidFill>
                <a:latin typeface="Arial"/>
                <a:ea typeface="Arial"/>
                <a:cs typeface="Arial"/>
              </a:defRPr>
            </a:lvl3pPr>
            <a:lvl4pPr>
              <a:defRPr sz="2475" b="1">
                <a:solidFill>
                  <a:srgbClr val="294F40"/>
                </a:solidFill>
                <a:latin typeface="Arial"/>
                <a:ea typeface="Arial"/>
                <a:cs typeface="Arial"/>
              </a:defRPr>
            </a:lvl4pPr>
            <a:lvl5pPr>
              <a:defRPr sz="2475" b="1">
                <a:solidFill>
                  <a:srgbClr val="294F40"/>
                </a:solidFill>
                <a:latin typeface="Arial"/>
                <a:ea typeface="Arial"/>
                <a:cs typeface="Arial"/>
              </a:defRPr>
            </a:lvl5pPr>
            <a:lvl6pPr>
              <a:defRPr sz="2475" b="1">
                <a:solidFill>
                  <a:srgbClr val="294F40"/>
                </a:solidFill>
                <a:latin typeface="Arial"/>
                <a:ea typeface="Arial"/>
                <a:cs typeface="Arial"/>
              </a:defRPr>
            </a:lvl6pPr>
            <a:lvl7pPr>
              <a:defRPr sz="2475" b="1">
                <a:solidFill>
                  <a:srgbClr val="294F40"/>
                </a:solidFill>
                <a:latin typeface="Arial"/>
                <a:ea typeface="Arial"/>
                <a:cs typeface="Arial"/>
              </a:defRPr>
            </a:lvl7pPr>
            <a:lvl8pPr>
              <a:defRPr sz="2475" b="1">
                <a:solidFill>
                  <a:srgbClr val="294F40"/>
                </a:solidFill>
                <a:latin typeface="Arial"/>
                <a:ea typeface="Arial"/>
                <a:cs typeface="Arial"/>
              </a:defRPr>
            </a:lvl8pPr>
            <a:lvl9pPr>
              <a:defRPr sz="2475" b="1">
                <a:solidFill>
                  <a:srgbClr val="294F40"/>
                </a:solidFill>
                <a:latin typeface="Arial"/>
                <a:ea typeface="Arial"/>
                <a:cs typeface="Arial"/>
              </a:defRPr>
            </a:lvl9pPr>
          </a:lstStyle>
          <a:p xmlns:a="http://schemas.openxmlformats.org/drawingml/2006/main">
            <a:pPr>
              <a:defRPr sz="2475" b="1">
                <a:solidFill>
                  <a:srgbClr val="294F40"/>
                </a:solidFill>
                <a:latin typeface="Arial"/>
                <a:ea typeface="Arial"/>
                <a:cs typeface="Arial"/>
              </a:defRPr>
            </a:pPr>
            <a:r>
              <a:rPr sz="2475" b="1">
                <a:solidFill>
                  <a:srgbClr val="294F40"/>
                </a:solidFill>
                <a:latin typeface="Arial"/>
                <a:ea typeface="Arial"/>
                <a:cs typeface="Arial"/>
              </a:rPr>
              <a:t>React + TypeScript</a:t>
            </a:r>
          </a:p>
        </p:txBody>
      </p:sp>
      <p:sp>
        <p:nvSpPr>
          <p:cNvPr id="5" name="">
            <a:extLst xmlns:a="http://schemas.openxmlformats.org/drawingml/2006/main">
              <a:ext uri="{FF2B5EF4-FFF2-40B4-BE49-F238E27FC236}">
                <a16:creationId xmlns:a16="http://schemas.microsoft.com/office/drawing/2014/main" id="{32C5A1EF-BF0B-4F3C-B237-18D6D4CAD533}"/>
              </a:ext>
            </a:extLst>
          </p:cNvPr>
          <p:cNvSpPr>
            <a:spLocks xmlns:a="http://schemas.openxmlformats.org/drawingml/2006/main" noGrp="1"/>
          </p:cNvSpPr>
          <p:nvPr/>
        </p:nvSpPr>
        <p:spPr>
          <a:xfrm xmlns:a="http://schemas.openxmlformats.org/drawingml/2006/main">
            <a:off x="685800" y="30956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06861"/>
                </a:solidFill>
                <a:latin typeface="Arial"/>
                <a:ea typeface="Arial"/>
                <a:cs typeface="Arial"/>
              </a:defRPr>
            </a:defPPr>
            <a:lvl1pPr>
              <a:defRPr sz="2100" b="0">
                <a:solidFill>
                  <a:srgbClr val="606861"/>
                </a:solidFill>
                <a:latin typeface="Arial"/>
                <a:ea typeface="Arial"/>
                <a:cs typeface="Arial"/>
              </a:defRPr>
            </a:lvl1pPr>
            <a:lvl2pPr>
              <a:defRPr sz="2100" b="0">
                <a:solidFill>
                  <a:srgbClr val="606861"/>
                </a:solidFill>
                <a:latin typeface="Arial"/>
                <a:ea typeface="Arial"/>
                <a:cs typeface="Arial"/>
              </a:defRPr>
            </a:lvl2pPr>
            <a:lvl3pPr>
              <a:defRPr sz="2100" b="0">
                <a:solidFill>
                  <a:srgbClr val="606861"/>
                </a:solidFill>
                <a:latin typeface="Arial"/>
                <a:ea typeface="Arial"/>
                <a:cs typeface="Arial"/>
              </a:defRPr>
            </a:lvl3pPr>
            <a:lvl4pPr>
              <a:defRPr sz="2100" b="0">
                <a:solidFill>
                  <a:srgbClr val="606861"/>
                </a:solidFill>
                <a:latin typeface="Arial"/>
                <a:ea typeface="Arial"/>
                <a:cs typeface="Arial"/>
              </a:defRPr>
            </a:lvl4pPr>
            <a:lvl5pPr>
              <a:defRPr sz="2100" b="0">
                <a:solidFill>
                  <a:srgbClr val="606861"/>
                </a:solidFill>
                <a:latin typeface="Arial"/>
                <a:ea typeface="Arial"/>
                <a:cs typeface="Arial"/>
              </a:defRPr>
            </a:lvl5pPr>
            <a:lvl6pPr>
              <a:defRPr sz="2100" b="0">
                <a:solidFill>
                  <a:srgbClr val="606861"/>
                </a:solidFill>
                <a:latin typeface="Arial"/>
                <a:ea typeface="Arial"/>
                <a:cs typeface="Arial"/>
              </a:defRPr>
            </a:lvl6pPr>
            <a:lvl7pPr>
              <a:defRPr sz="2100" b="0">
                <a:solidFill>
                  <a:srgbClr val="606861"/>
                </a:solidFill>
                <a:latin typeface="Arial"/>
                <a:ea typeface="Arial"/>
                <a:cs typeface="Arial"/>
              </a:defRPr>
            </a:lvl7pPr>
            <a:lvl8pPr>
              <a:defRPr sz="2100" b="0">
                <a:solidFill>
                  <a:srgbClr val="606861"/>
                </a:solidFill>
                <a:latin typeface="Arial"/>
                <a:ea typeface="Arial"/>
                <a:cs typeface="Arial"/>
              </a:defRPr>
            </a:lvl8pPr>
            <a:lvl9pPr>
              <a:defRPr sz="2100" b="0">
                <a:solidFill>
                  <a:srgbClr val="606861"/>
                </a:solidFill>
                <a:latin typeface="Arial"/>
                <a:ea typeface="Arial"/>
                <a:cs typeface="Arial"/>
              </a:defRPr>
            </a:lvl9pPr>
          </a:lstStyle>
          <a:p xmlns:a="http://schemas.openxmlformats.org/drawingml/2006/main">
            <a:pPr>
              <a:defRPr sz="2100" b="0">
                <a:solidFill>
                  <a:srgbClr val="606861"/>
                </a:solidFill>
                <a:latin typeface="Arial"/>
                <a:ea typeface="Arial"/>
                <a:cs typeface="Arial"/>
              </a:defRPr>
            </a:pPr>
            <a:r>
              <a:rPr sz="2100" b="0">
                <a:solidFill>
                  <a:srgbClr val="606861"/>
                </a:solidFill>
                <a:latin typeface="Arial"/>
                <a:ea typeface="Arial"/>
                <a:cs typeface="Arial"/>
              </a:rPr>
              <a:t>Chat, source browser and staff workspace</a:t>
            </a:r>
          </a:p>
        </p:txBody>
      </p:sp>
      <p:sp>
        <p:nvSpPr>
          <p:cNvPr id="6" name="">
            <a:extLst xmlns:a="http://schemas.openxmlformats.org/drawingml/2006/main">
              <a:ext uri="{FF2B5EF4-FFF2-40B4-BE49-F238E27FC236}">
                <a16:creationId xmlns:a16="http://schemas.microsoft.com/office/drawing/2014/main" id="{B65EC760-DDFA-4D2F-9981-BF5B244E2335}"/>
              </a:ext>
            </a:extLst>
          </p:cNvPr>
          <p:cNvSpPr>
            <a:spLocks xmlns:a="http://schemas.openxmlformats.org/drawingml/2006/main" noGrp="1"/>
          </p:cNvSpPr>
          <p:nvPr/>
        </p:nvSpPr>
        <p:spPr>
          <a:xfrm xmlns:a="http://schemas.openxmlformats.org/drawingml/2006/main">
            <a:off x="6591300" y="22288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294F40"/>
                </a:solidFill>
                <a:latin typeface="Arial"/>
                <a:ea typeface="Arial"/>
                <a:cs typeface="Arial"/>
              </a:defRPr>
            </a:defPPr>
            <a:lvl1pPr>
              <a:defRPr sz="2475" b="1">
                <a:solidFill>
                  <a:srgbClr val="294F40"/>
                </a:solidFill>
                <a:latin typeface="Arial"/>
                <a:ea typeface="Arial"/>
                <a:cs typeface="Arial"/>
              </a:defRPr>
            </a:lvl1pPr>
            <a:lvl2pPr>
              <a:defRPr sz="2475" b="1">
                <a:solidFill>
                  <a:srgbClr val="294F40"/>
                </a:solidFill>
                <a:latin typeface="Arial"/>
                <a:ea typeface="Arial"/>
                <a:cs typeface="Arial"/>
              </a:defRPr>
            </a:lvl2pPr>
            <a:lvl3pPr>
              <a:defRPr sz="2475" b="1">
                <a:solidFill>
                  <a:srgbClr val="294F40"/>
                </a:solidFill>
                <a:latin typeface="Arial"/>
                <a:ea typeface="Arial"/>
                <a:cs typeface="Arial"/>
              </a:defRPr>
            </a:lvl3pPr>
            <a:lvl4pPr>
              <a:defRPr sz="2475" b="1">
                <a:solidFill>
                  <a:srgbClr val="294F40"/>
                </a:solidFill>
                <a:latin typeface="Arial"/>
                <a:ea typeface="Arial"/>
                <a:cs typeface="Arial"/>
              </a:defRPr>
            </a:lvl4pPr>
            <a:lvl5pPr>
              <a:defRPr sz="2475" b="1">
                <a:solidFill>
                  <a:srgbClr val="294F40"/>
                </a:solidFill>
                <a:latin typeface="Arial"/>
                <a:ea typeface="Arial"/>
                <a:cs typeface="Arial"/>
              </a:defRPr>
            </a:lvl5pPr>
            <a:lvl6pPr>
              <a:defRPr sz="2475" b="1">
                <a:solidFill>
                  <a:srgbClr val="294F40"/>
                </a:solidFill>
                <a:latin typeface="Arial"/>
                <a:ea typeface="Arial"/>
                <a:cs typeface="Arial"/>
              </a:defRPr>
            </a:lvl6pPr>
            <a:lvl7pPr>
              <a:defRPr sz="2475" b="1">
                <a:solidFill>
                  <a:srgbClr val="294F40"/>
                </a:solidFill>
                <a:latin typeface="Arial"/>
                <a:ea typeface="Arial"/>
                <a:cs typeface="Arial"/>
              </a:defRPr>
            </a:lvl7pPr>
            <a:lvl8pPr>
              <a:defRPr sz="2475" b="1">
                <a:solidFill>
                  <a:srgbClr val="294F40"/>
                </a:solidFill>
                <a:latin typeface="Arial"/>
                <a:ea typeface="Arial"/>
                <a:cs typeface="Arial"/>
              </a:defRPr>
            </a:lvl8pPr>
            <a:lvl9pPr>
              <a:defRPr sz="2475" b="1">
                <a:solidFill>
                  <a:srgbClr val="294F40"/>
                </a:solidFill>
                <a:latin typeface="Arial"/>
                <a:ea typeface="Arial"/>
                <a:cs typeface="Arial"/>
              </a:defRPr>
            </a:lvl9pPr>
          </a:lstStyle>
          <a:p xmlns:a="http://schemas.openxmlformats.org/drawingml/2006/main">
            <a:pPr>
              <a:defRPr sz="2475" b="1">
                <a:solidFill>
                  <a:srgbClr val="294F40"/>
                </a:solidFill>
                <a:latin typeface="Arial"/>
                <a:ea typeface="Arial"/>
                <a:cs typeface="Arial"/>
              </a:defRPr>
            </a:pPr>
            <a:r>
              <a:rPr sz="2475" b="1">
                <a:solidFill>
                  <a:srgbClr val="294F40"/>
                </a:solidFill>
                <a:latin typeface="Arial"/>
                <a:ea typeface="Arial"/>
                <a:cs typeface="Arial"/>
              </a:rPr>
              <a:t>FastAPI + Python</a:t>
            </a:r>
          </a:p>
        </p:txBody>
      </p:sp>
      <p:sp>
        <p:nvSpPr>
          <p:cNvPr id="7" name="">
            <a:extLst xmlns:a="http://schemas.openxmlformats.org/drawingml/2006/main">
              <a:ext uri="{FF2B5EF4-FFF2-40B4-BE49-F238E27FC236}">
                <a16:creationId xmlns:a16="http://schemas.microsoft.com/office/drawing/2014/main" id="{5C955E0D-E311-4D98-857E-03D7D214E18E}"/>
              </a:ext>
            </a:extLst>
          </p:cNvPr>
          <p:cNvSpPr>
            <a:spLocks xmlns:a="http://schemas.openxmlformats.org/drawingml/2006/main" noGrp="1"/>
          </p:cNvSpPr>
          <p:nvPr/>
        </p:nvSpPr>
        <p:spPr>
          <a:xfrm xmlns:a="http://schemas.openxmlformats.org/drawingml/2006/main">
            <a:off x="6591300" y="30956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06861"/>
                </a:solidFill>
                <a:latin typeface="Arial"/>
                <a:ea typeface="Arial"/>
                <a:cs typeface="Arial"/>
              </a:defRPr>
            </a:defPPr>
            <a:lvl1pPr>
              <a:defRPr sz="2100" b="0">
                <a:solidFill>
                  <a:srgbClr val="606861"/>
                </a:solidFill>
                <a:latin typeface="Arial"/>
                <a:ea typeface="Arial"/>
                <a:cs typeface="Arial"/>
              </a:defRPr>
            </a:lvl1pPr>
            <a:lvl2pPr>
              <a:defRPr sz="2100" b="0">
                <a:solidFill>
                  <a:srgbClr val="606861"/>
                </a:solidFill>
                <a:latin typeface="Arial"/>
                <a:ea typeface="Arial"/>
                <a:cs typeface="Arial"/>
              </a:defRPr>
            </a:lvl2pPr>
            <a:lvl3pPr>
              <a:defRPr sz="2100" b="0">
                <a:solidFill>
                  <a:srgbClr val="606861"/>
                </a:solidFill>
                <a:latin typeface="Arial"/>
                <a:ea typeface="Arial"/>
                <a:cs typeface="Arial"/>
              </a:defRPr>
            </a:lvl3pPr>
            <a:lvl4pPr>
              <a:defRPr sz="2100" b="0">
                <a:solidFill>
                  <a:srgbClr val="606861"/>
                </a:solidFill>
                <a:latin typeface="Arial"/>
                <a:ea typeface="Arial"/>
                <a:cs typeface="Arial"/>
              </a:defRPr>
            </a:lvl4pPr>
            <a:lvl5pPr>
              <a:defRPr sz="2100" b="0">
                <a:solidFill>
                  <a:srgbClr val="606861"/>
                </a:solidFill>
                <a:latin typeface="Arial"/>
                <a:ea typeface="Arial"/>
                <a:cs typeface="Arial"/>
              </a:defRPr>
            </a:lvl5pPr>
            <a:lvl6pPr>
              <a:defRPr sz="2100" b="0">
                <a:solidFill>
                  <a:srgbClr val="606861"/>
                </a:solidFill>
                <a:latin typeface="Arial"/>
                <a:ea typeface="Arial"/>
                <a:cs typeface="Arial"/>
              </a:defRPr>
            </a:lvl6pPr>
            <a:lvl7pPr>
              <a:defRPr sz="2100" b="0">
                <a:solidFill>
                  <a:srgbClr val="606861"/>
                </a:solidFill>
                <a:latin typeface="Arial"/>
                <a:ea typeface="Arial"/>
                <a:cs typeface="Arial"/>
              </a:defRPr>
            </a:lvl7pPr>
            <a:lvl8pPr>
              <a:defRPr sz="2100" b="0">
                <a:solidFill>
                  <a:srgbClr val="606861"/>
                </a:solidFill>
                <a:latin typeface="Arial"/>
                <a:ea typeface="Arial"/>
                <a:cs typeface="Arial"/>
              </a:defRPr>
            </a:lvl8pPr>
            <a:lvl9pPr>
              <a:defRPr sz="2100" b="0">
                <a:solidFill>
                  <a:srgbClr val="606861"/>
                </a:solidFill>
                <a:latin typeface="Arial"/>
                <a:ea typeface="Arial"/>
                <a:cs typeface="Arial"/>
              </a:defRPr>
            </a:lvl9pPr>
          </a:lstStyle>
          <a:p xmlns:a="http://schemas.openxmlformats.org/drawingml/2006/main">
            <a:pPr>
              <a:defRPr sz="2100" b="0">
                <a:solidFill>
                  <a:srgbClr val="606861"/>
                </a:solidFill>
                <a:latin typeface="Arial"/>
                <a:ea typeface="Arial"/>
                <a:cs typeface="Arial"/>
              </a:defRPr>
            </a:pPr>
            <a:r>
              <a:rPr sz="2100" b="0">
                <a:solidFill>
                  <a:srgbClr val="606861"/>
                </a:solidFill>
                <a:latin typeface="Arial"/>
                <a:ea typeface="Arial"/>
                <a:cs typeface="Arial"/>
              </a:rPr>
              <a:t>Conversation logic and ticket handling</a:t>
            </a:r>
          </a:p>
        </p:txBody>
      </p:sp>
      <p:sp>
        <p:nvSpPr>
          <p:cNvPr id="8" name="">
            <a:extLst xmlns:a="http://schemas.openxmlformats.org/drawingml/2006/main">
              <a:ext uri="{FF2B5EF4-FFF2-40B4-BE49-F238E27FC236}">
                <a16:creationId xmlns:a16="http://schemas.microsoft.com/office/drawing/2014/main" id="{907D9B48-E870-4439-83DB-4B5197099519}"/>
              </a:ext>
            </a:extLst>
          </p:cNvPr>
          <p:cNvSpPr>
            <a:spLocks xmlns:a="http://schemas.openxmlformats.org/drawingml/2006/main" noGrp="1"/>
          </p:cNvSpPr>
          <p:nvPr/>
        </p:nvSpPr>
        <p:spPr>
          <a:xfrm xmlns:a="http://schemas.openxmlformats.org/drawingml/2006/main">
            <a:off x="685800" y="40767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294F40"/>
                </a:solidFill>
                <a:latin typeface="Arial"/>
                <a:ea typeface="Arial"/>
                <a:cs typeface="Arial"/>
              </a:defRPr>
            </a:defPPr>
            <a:lvl1pPr>
              <a:defRPr sz="2475" b="1">
                <a:solidFill>
                  <a:srgbClr val="294F40"/>
                </a:solidFill>
                <a:latin typeface="Arial"/>
                <a:ea typeface="Arial"/>
                <a:cs typeface="Arial"/>
              </a:defRPr>
            </a:lvl1pPr>
            <a:lvl2pPr>
              <a:defRPr sz="2475" b="1">
                <a:solidFill>
                  <a:srgbClr val="294F40"/>
                </a:solidFill>
                <a:latin typeface="Arial"/>
                <a:ea typeface="Arial"/>
                <a:cs typeface="Arial"/>
              </a:defRPr>
            </a:lvl2pPr>
            <a:lvl3pPr>
              <a:defRPr sz="2475" b="1">
                <a:solidFill>
                  <a:srgbClr val="294F40"/>
                </a:solidFill>
                <a:latin typeface="Arial"/>
                <a:ea typeface="Arial"/>
                <a:cs typeface="Arial"/>
              </a:defRPr>
            </a:lvl3pPr>
            <a:lvl4pPr>
              <a:defRPr sz="2475" b="1">
                <a:solidFill>
                  <a:srgbClr val="294F40"/>
                </a:solidFill>
                <a:latin typeface="Arial"/>
                <a:ea typeface="Arial"/>
                <a:cs typeface="Arial"/>
              </a:defRPr>
            </a:lvl4pPr>
            <a:lvl5pPr>
              <a:defRPr sz="2475" b="1">
                <a:solidFill>
                  <a:srgbClr val="294F40"/>
                </a:solidFill>
                <a:latin typeface="Arial"/>
                <a:ea typeface="Arial"/>
                <a:cs typeface="Arial"/>
              </a:defRPr>
            </a:lvl5pPr>
            <a:lvl6pPr>
              <a:defRPr sz="2475" b="1">
                <a:solidFill>
                  <a:srgbClr val="294F40"/>
                </a:solidFill>
                <a:latin typeface="Arial"/>
                <a:ea typeface="Arial"/>
                <a:cs typeface="Arial"/>
              </a:defRPr>
            </a:lvl6pPr>
            <a:lvl7pPr>
              <a:defRPr sz="2475" b="1">
                <a:solidFill>
                  <a:srgbClr val="294F40"/>
                </a:solidFill>
                <a:latin typeface="Arial"/>
                <a:ea typeface="Arial"/>
                <a:cs typeface="Arial"/>
              </a:defRPr>
            </a:lvl7pPr>
            <a:lvl8pPr>
              <a:defRPr sz="2475" b="1">
                <a:solidFill>
                  <a:srgbClr val="294F40"/>
                </a:solidFill>
                <a:latin typeface="Arial"/>
                <a:ea typeface="Arial"/>
                <a:cs typeface="Arial"/>
              </a:defRPr>
            </a:lvl8pPr>
            <a:lvl9pPr>
              <a:defRPr sz="2475" b="1">
                <a:solidFill>
                  <a:srgbClr val="294F40"/>
                </a:solidFill>
                <a:latin typeface="Arial"/>
                <a:ea typeface="Arial"/>
                <a:cs typeface="Arial"/>
              </a:defRPr>
            </a:lvl9pPr>
          </a:lstStyle>
          <a:p xmlns:a="http://schemas.openxmlformats.org/drawingml/2006/main">
            <a:pPr>
              <a:defRPr sz="2475" b="1">
                <a:solidFill>
                  <a:srgbClr val="294F40"/>
                </a:solidFill>
                <a:latin typeface="Arial"/>
                <a:ea typeface="Arial"/>
                <a:cs typeface="Arial"/>
              </a:defRPr>
            </a:pPr>
            <a:r>
              <a:rPr sz="2475" b="1">
                <a:solidFill>
                  <a:srgbClr val="294F40"/>
                </a:solidFill>
                <a:latin typeface="Arial"/>
                <a:ea typeface="Arial"/>
                <a:cs typeface="Arial"/>
              </a:rPr>
              <a:t>Neon PostgreSQL + pgvector</a:t>
            </a:r>
          </a:p>
        </p:txBody>
      </p:sp>
      <p:sp>
        <p:nvSpPr>
          <p:cNvPr id="9" name="">
            <a:extLst xmlns:a="http://schemas.openxmlformats.org/drawingml/2006/main">
              <a:ext uri="{FF2B5EF4-FFF2-40B4-BE49-F238E27FC236}">
                <a16:creationId xmlns:a16="http://schemas.microsoft.com/office/drawing/2014/main" id="{AC0496C9-DB19-485A-8B88-2EBB02D13A3E}"/>
              </a:ext>
            </a:extLst>
          </p:cNvPr>
          <p:cNvSpPr>
            <a:spLocks xmlns:a="http://schemas.openxmlformats.org/drawingml/2006/main" noGrp="1"/>
          </p:cNvSpPr>
          <p:nvPr/>
        </p:nvSpPr>
        <p:spPr>
          <a:xfrm xmlns:a="http://schemas.openxmlformats.org/drawingml/2006/main">
            <a:off x="685800" y="494347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06861"/>
                </a:solidFill>
                <a:latin typeface="Arial"/>
                <a:ea typeface="Arial"/>
                <a:cs typeface="Arial"/>
              </a:defRPr>
            </a:defPPr>
            <a:lvl1pPr>
              <a:defRPr sz="2100" b="0">
                <a:solidFill>
                  <a:srgbClr val="606861"/>
                </a:solidFill>
                <a:latin typeface="Arial"/>
                <a:ea typeface="Arial"/>
                <a:cs typeface="Arial"/>
              </a:defRPr>
            </a:lvl1pPr>
            <a:lvl2pPr>
              <a:defRPr sz="2100" b="0">
                <a:solidFill>
                  <a:srgbClr val="606861"/>
                </a:solidFill>
                <a:latin typeface="Arial"/>
                <a:ea typeface="Arial"/>
                <a:cs typeface="Arial"/>
              </a:defRPr>
            </a:lvl2pPr>
            <a:lvl3pPr>
              <a:defRPr sz="2100" b="0">
                <a:solidFill>
                  <a:srgbClr val="606861"/>
                </a:solidFill>
                <a:latin typeface="Arial"/>
                <a:ea typeface="Arial"/>
                <a:cs typeface="Arial"/>
              </a:defRPr>
            </a:lvl3pPr>
            <a:lvl4pPr>
              <a:defRPr sz="2100" b="0">
                <a:solidFill>
                  <a:srgbClr val="606861"/>
                </a:solidFill>
                <a:latin typeface="Arial"/>
                <a:ea typeface="Arial"/>
                <a:cs typeface="Arial"/>
              </a:defRPr>
            </a:lvl4pPr>
            <a:lvl5pPr>
              <a:defRPr sz="2100" b="0">
                <a:solidFill>
                  <a:srgbClr val="606861"/>
                </a:solidFill>
                <a:latin typeface="Arial"/>
                <a:ea typeface="Arial"/>
                <a:cs typeface="Arial"/>
              </a:defRPr>
            </a:lvl5pPr>
            <a:lvl6pPr>
              <a:defRPr sz="2100" b="0">
                <a:solidFill>
                  <a:srgbClr val="606861"/>
                </a:solidFill>
                <a:latin typeface="Arial"/>
                <a:ea typeface="Arial"/>
                <a:cs typeface="Arial"/>
              </a:defRPr>
            </a:lvl6pPr>
            <a:lvl7pPr>
              <a:defRPr sz="2100" b="0">
                <a:solidFill>
                  <a:srgbClr val="606861"/>
                </a:solidFill>
                <a:latin typeface="Arial"/>
                <a:ea typeface="Arial"/>
                <a:cs typeface="Arial"/>
              </a:defRPr>
            </a:lvl7pPr>
            <a:lvl8pPr>
              <a:defRPr sz="2100" b="0">
                <a:solidFill>
                  <a:srgbClr val="606861"/>
                </a:solidFill>
                <a:latin typeface="Arial"/>
                <a:ea typeface="Arial"/>
                <a:cs typeface="Arial"/>
              </a:defRPr>
            </a:lvl8pPr>
            <a:lvl9pPr>
              <a:defRPr sz="2100" b="0">
                <a:solidFill>
                  <a:srgbClr val="606861"/>
                </a:solidFill>
                <a:latin typeface="Arial"/>
                <a:ea typeface="Arial"/>
                <a:cs typeface="Arial"/>
              </a:defRPr>
            </a:lvl9pPr>
          </a:lstStyle>
          <a:p xmlns:a="http://schemas.openxmlformats.org/drawingml/2006/main">
            <a:pPr>
              <a:defRPr sz="2100" b="0">
                <a:solidFill>
                  <a:srgbClr val="606861"/>
                </a:solidFill>
                <a:latin typeface="Arial"/>
                <a:ea typeface="Arial"/>
                <a:cs typeface="Arial"/>
              </a:defRPr>
            </a:pPr>
            <a:r>
              <a:rPr sz="2100" b="0">
                <a:solidFill>
                  <a:srgbClr val="606861"/>
                </a:solidFill>
                <a:latin typeface="Arial"/>
                <a:ea typeface="Arial"/>
                <a:cs typeface="Arial"/>
              </a:rPr>
              <a:t>Stored sources, vector search and chat data</a:t>
            </a:r>
          </a:p>
        </p:txBody>
      </p:sp>
      <p:sp>
        <p:nvSpPr>
          <p:cNvPr id="10" name="">
            <a:extLst xmlns:a="http://schemas.openxmlformats.org/drawingml/2006/main">
              <a:ext uri="{FF2B5EF4-FFF2-40B4-BE49-F238E27FC236}">
                <a16:creationId xmlns:a16="http://schemas.microsoft.com/office/drawing/2014/main" id="{6F518A17-E12B-41A6-B118-D57C61A858D0}"/>
              </a:ext>
            </a:extLst>
          </p:cNvPr>
          <p:cNvSpPr>
            <a:spLocks xmlns:a="http://schemas.openxmlformats.org/drawingml/2006/main" noGrp="1"/>
          </p:cNvSpPr>
          <p:nvPr/>
        </p:nvSpPr>
        <p:spPr>
          <a:xfrm xmlns:a="http://schemas.openxmlformats.org/drawingml/2006/main">
            <a:off x="6591300" y="40767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294F40"/>
                </a:solidFill>
                <a:latin typeface="Arial"/>
                <a:ea typeface="Arial"/>
                <a:cs typeface="Arial"/>
              </a:defRPr>
            </a:defPPr>
            <a:lvl1pPr>
              <a:defRPr sz="2475" b="1">
                <a:solidFill>
                  <a:srgbClr val="294F40"/>
                </a:solidFill>
                <a:latin typeface="Arial"/>
                <a:ea typeface="Arial"/>
                <a:cs typeface="Arial"/>
              </a:defRPr>
            </a:lvl1pPr>
            <a:lvl2pPr>
              <a:defRPr sz="2475" b="1">
                <a:solidFill>
                  <a:srgbClr val="294F40"/>
                </a:solidFill>
                <a:latin typeface="Arial"/>
                <a:ea typeface="Arial"/>
                <a:cs typeface="Arial"/>
              </a:defRPr>
            </a:lvl2pPr>
            <a:lvl3pPr>
              <a:defRPr sz="2475" b="1">
                <a:solidFill>
                  <a:srgbClr val="294F40"/>
                </a:solidFill>
                <a:latin typeface="Arial"/>
                <a:ea typeface="Arial"/>
                <a:cs typeface="Arial"/>
              </a:defRPr>
            </a:lvl3pPr>
            <a:lvl4pPr>
              <a:defRPr sz="2475" b="1">
                <a:solidFill>
                  <a:srgbClr val="294F40"/>
                </a:solidFill>
                <a:latin typeface="Arial"/>
                <a:ea typeface="Arial"/>
                <a:cs typeface="Arial"/>
              </a:defRPr>
            </a:lvl4pPr>
            <a:lvl5pPr>
              <a:defRPr sz="2475" b="1">
                <a:solidFill>
                  <a:srgbClr val="294F40"/>
                </a:solidFill>
                <a:latin typeface="Arial"/>
                <a:ea typeface="Arial"/>
                <a:cs typeface="Arial"/>
              </a:defRPr>
            </a:lvl5pPr>
            <a:lvl6pPr>
              <a:defRPr sz="2475" b="1">
                <a:solidFill>
                  <a:srgbClr val="294F40"/>
                </a:solidFill>
                <a:latin typeface="Arial"/>
                <a:ea typeface="Arial"/>
                <a:cs typeface="Arial"/>
              </a:defRPr>
            </a:lvl6pPr>
            <a:lvl7pPr>
              <a:defRPr sz="2475" b="1">
                <a:solidFill>
                  <a:srgbClr val="294F40"/>
                </a:solidFill>
                <a:latin typeface="Arial"/>
                <a:ea typeface="Arial"/>
                <a:cs typeface="Arial"/>
              </a:defRPr>
            </a:lvl7pPr>
            <a:lvl8pPr>
              <a:defRPr sz="2475" b="1">
                <a:solidFill>
                  <a:srgbClr val="294F40"/>
                </a:solidFill>
                <a:latin typeface="Arial"/>
                <a:ea typeface="Arial"/>
                <a:cs typeface="Arial"/>
              </a:defRPr>
            </a:lvl8pPr>
            <a:lvl9pPr>
              <a:defRPr sz="2475" b="1">
                <a:solidFill>
                  <a:srgbClr val="294F40"/>
                </a:solidFill>
                <a:latin typeface="Arial"/>
                <a:ea typeface="Arial"/>
                <a:cs typeface="Arial"/>
              </a:defRPr>
            </a:lvl9pPr>
          </a:lstStyle>
          <a:p xmlns:a="http://schemas.openxmlformats.org/drawingml/2006/main">
            <a:pPr>
              <a:defRPr sz="2475" b="1">
                <a:solidFill>
                  <a:srgbClr val="294F40"/>
                </a:solidFill>
                <a:latin typeface="Arial"/>
                <a:ea typeface="Arial"/>
                <a:cs typeface="Arial"/>
              </a:defRPr>
            </a:pPr>
            <a:r>
              <a:rPr sz="2475" b="1">
                <a:solidFill>
                  <a:srgbClr val="294F40"/>
                </a:solidFill>
                <a:latin typeface="Arial"/>
                <a:ea typeface="Arial"/>
                <a:cs typeface="Arial"/>
              </a:rPr>
              <a:t>OpenRouter</a:t>
            </a:r>
          </a:p>
        </p:txBody>
      </p:sp>
      <p:sp>
        <p:nvSpPr>
          <p:cNvPr id="11" name="">
            <a:extLst xmlns:a="http://schemas.openxmlformats.org/drawingml/2006/main">
              <a:ext uri="{FF2B5EF4-FFF2-40B4-BE49-F238E27FC236}">
                <a16:creationId xmlns:a16="http://schemas.microsoft.com/office/drawing/2014/main" id="{39C79FAC-245A-4A5E-A6ED-6DCFB5BAC840}"/>
              </a:ext>
            </a:extLst>
          </p:cNvPr>
          <p:cNvSpPr>
            <a:spLocks xmlns:a="http://schemas.openxmlformats.org/drawingml/2006/main" noGrp="1"/>
          </p:cNvSpPr>
          <p:nvPr/>
        </p:nvSpPr>
        <p:spPr>
          <a:xfrm xmlns:a="http://schemas.openxmlformats.org/drawingml/2006/main">
            <a:off x="6591300" y="494347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06861"/>
                </a:solidFill>
                <a:latin typeface="Arial"/>
                <a:ea typeface="Arial"/>
                <a:cs typeface="Arial"/>
              </a:defRPr>
            </a:defPPr>
            <a:lvl1pPr>
              <a:defRPr sz="2100" b="0">
                <a:solidFill>
                  <a:srgbClr val="606861"/>
                </a:solidFill>
                <a:latin typeface="Arial"/>
                <a:ea typeface="Arial"/>
                <a:cs typeface="Arial"/>
              </a:defRPr>
            </a:lvl1pPr>
            <a:lvl2pPr>
              <a:defRPr sz="2100" b="0">
                <a:solidFill>
                  <a:srgbClr val="606861"/>
                </a:solidFill>
                <a:latin typeface="Arial"/>
                <a:ea typeface="Arial"/>
                <a:cs typeface="Arial"/>
              </a:defRPr>
            </a:lvl2pPr>
            <a:lvl3pPr>
              <a:defRPr sz="2100" b="0">
                <a:solidFill>
                  <a:srgbClr val="606861"/>
                </a:solidFill>
                <a:latin typeface="Arial"/>
                <a:ea typeface="Arial"/>
                <a:cs typeface="Arial"/>
              </a:defRPr>
            </a:lvl3pPr>
            <a:lvl4pPr>
              <a:defRPr sz="2100" b="0">
                <a:solidFill>
                  <a:srgbClr val="606861"/>
                </a:solidFill>
                <a:latin typeface="Arial"/>
                <a:ea typeface="Arial"/>
                <a:cs typeface="Arial"/>
              </a:defRPr>
            </a:lvl4pPr>
            <a:lvl5pPr>
              <a:defRPr sz="2100" b="0">
                <a:solidFill>
                  <a:srgbClr val="606861"/>
                </a:solidFill>
                <a:latin typeface="Arial"/>
                <a:ea typeface="Arial"/>
                <a:cs typeface="Arial"/>
              </a:defRPr>
            </a:lvl5pPr>
            <a:lvl6pPr>
              <a:defRPr sz="2100" b="0">
                <a:solidFill>
                  <a:srgbClr val="606861"/>
                </a:solidFill>
                <a:latin typeface="Arial"/>
                <a:ea typeface="Arial"/>
                <a:cs typeface="Arial"/>
              </a:defRPr>
            </a:lvl6pPr>
            <a:lvl7pPr>
              <a:defRPr sz="2100" b="0">
                <a:solidFill>
                  <a:srgbClr val="606861"/>
                </a:solidFill>
                <a:latin typeface="Arial"/>
                <a:ea typeface="Arial"/>
                <a:cs typeface="Arial"/>
              </a:defRPr>
            </a:lvl7pPr>
            <a:lvl8pPr>
              <a:defRPr sz="2100" b="0">
                <a:solidFill>
                  <a:srgbClr val="606861"/>
                </a:solidFill>
                <a:latin typeface="Arial"/>
                <a:ea typeface="Arial"/>
                <a:cs typeface="Arial"/>
              </a:defRPr>
            </a:lvl8pPr>
            <a:lvl9pPr>
              <a:defRPr sz="2100" b="0">
                <a:solidFill>
                  <a:srgbClr val="606861"/>
                </a:solidFill>
                <a:latin typeface="Arial"/>
                <a:ea typeface="Arial"/>
                <a:cs typeface="Arial"/>
              </a:defRPr>
            </a:lvl9pPr>
          </a:lstStyle>
          <a:p xmlns:a="http://schemas.openxmlformats.org/drawingml/2006/main">
            <a:pPr>
              <a:defRPr sz="2100" b="0">
                <a:solidFill>
                  <a:srgbClr val="606861"/>
                </a:solidFill>
                <a:latin typeface="Arial"/>
                <a:ea typeface="Arial"/>
                <a:cs typeface="Arial"/>
              </a:defRPr>
            </a:pPr>
            <a:r>
              <a:rPr sz="2100" b="0">
                <a:solidFill>
                  <a:srgbClr val="606861"/>
                </a:solidFill>
                <a:latin typeface="Arial"/>
                <a:ea typeface="Arial"/>
                <a:cs typeface="Arial"/>
              </a:rPr>
              <a:t>AI responses grounded in retrieved text</a:t>
            </a:r>
          </a:p>
        </p:txBody>
      </p:sp>
    </p:spTree>
    <p:extLst>
      <p:ext uri="{BB962C8B-B14F-4D97-AF65-F5344CB8AC3E}">
        <p14:creationId xmlns:p14="http://schemas.microsoft.com/office/powerpoint/2010/main" val="1286522772"/>
      </p:ext>
    </p:extLst>
  </p:cSld>
</p:sld>
</file>

<file path=ppt/slides/slide6.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AC050D-1BBF-47E6-AC36-0739F19086B0}"/>
              </a:ext>
            </a:extLst>
          </p:cNvPr>
          <p:cNvSpPr>
            <a:spLocks xmlns:a="http://schemas.openxmlformats.org/drawingml/2006/main" noGrp="1"/>
          </p:cNvSpPr>
          <p:nvPr/>
        </p:nvSpPr>
        <p:spPr>
          <a:xfrm xmlns:a="http://schemas.openxmlformats.org/drawingml/2006/main">
            <a:off x="685800" y="361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04  IMPLEMENTATION</a:t>
            </a:r>
          </a:p>
        </p:txBody>
      </p:sp>
      <p:sp>
        <p:nvSpPr>
          <p:cNvPr id="2" name="">
            <a:extLst xmlns:a="http://schemas.openxmlformats.org/drawingml/2006/main">
              <a:ext uri="{FF2B5EF4-FFF2-40B4-BE49-F238E27FC236}">
                <a16:creationId xmlns:a16="http://schemas.microsoft.com/office/drawing/2014/main" id="{123A5619-2746-42BC-B102-8DA65322CFDD}"/>
              </a:ext>
            </a:extLst>
          </p:cNvPr>
          <p:cNvSpPr>
            <a:spLocks xmlns:a="http://schemas.openxmlformats.org/drawingml/2006/main" noGrp="1"/>
          </p:cNvSpPr>
          <p:nvPr/>
        </p:nvSpPr>
        <p:spPr>
          <a:xfrm xmlns:a="http://schemas.openxmlformats.org/drawingml/2006/main">
            <a:off x="685800" y="952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What works today</a:t>
            </a:r>
          </a:p>
        </p:txBody>
      </p:sp>
      <p:sp>
        <p:nvSpPr>
          <p:cNvPr id="3" name="">
            <a:extLst xmlns:a="http://schemas.openxmlformats.org/drawingml/2006/main">
              <a:ext uri="{FF2B5EF4-FFF2-40B4-BE49-F238E27FC236}">
                <a16:creationId xmlns:a16="http://schemas.microsoft.com/office/drawing/2014/main" id="{CC1C95D1-6A04-402A-B427-E30AB0A8381D}"/>
              </a:ext>
            </a:extLst>
          </p:cNvPr>
          <p:cNvSpPr>
            <a:spLocks xmlns:a="http://schemas.openxmlformats.org/drawingml/2006/main" noGrp="1"/>
          </p:cNvSpPr>
          <p:nvPr/>
        </p:nvSpPr>
        <p:spPr>
          <a:xfrm xmlns:a="http://schemas.openxmlformats.org/drawingml/2006/main">
            <a:off x="685800" y="641985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06</a:t>
            </a:r>
          </a:p>
        </p:txBody>
      </p:sp>
      <p:sp>
        <p:nvSpPr>
          <p:cNvPr id="4" name="">
            <a:extLst xmlns:a="http://schemas.openxmlformats.org/drawingml/2006/main">
              <a:ext uri="{FF2B5EF4-FFF2-40B4-BE49-F238E27FC236}">
                <a16:creationId xmlns:a16="http://schemas.microsoft.com/office/drawing/2014/main" id="{FEFD3D7F-2CE9-480E-A9F2-3AEB5785F6A3}"/>
              </a:ext>
            </a:extLst>
          </p:cNvPr>
          <p:cNvSpPr>
            <a:spLocks xmlns:a="http://schemas.openxmlformats.org/drawingml/2006/main" noGrp="1"/>
          </p:cNvSpPr>
          <p:nvPr/>
        </p:nvSpPr>
        <p:spPr>
          <a:xfrm xmlns:a="http://schemas.openxmlformats.org/drawingml/2006/main">
            <a:off x="685800" y="219075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4F40"/>
                </a:solidFill>
                <a:latin typeface="Arial"/>
                <a:ea typeface="Arial"/>
                <a:cs typeface="Arial"/>
              </a:defRPr>
            </a:defPPr>
            <a:lvl1pPr>
              <a:defRPr sz="2400" b="1">
                <a:solidFill>
                  <a:srgbClr val="294F40"/>
                </a:solidFill>
                <a:latin typeface="Arial"/>
                <a:ea typeface="Arial"/>
                <a:cs typeface="Arial"/>
              </a:defRPr>
            </a:lvl1pPr>
            <a:lvl2pPr>
              <a:defRPr sz="2400" b="1">
                <a:solidFill>
                  <a:srgbClr val="294F40"/>
                </a:solidFill>
                <a:latin typeface="Arial"/>
                <a:ea typeface="Arial"/>
                <a:cs typeface="Arial"/>
              </a:defRPr>
            </a:lvl2pPr>
            <a:lvl3pPr>
              <a:defRPr sz="2400" b="1">
                <a:solidFill>
                  <a:srgbClr val="294F40"/>
                </a:solidFill>
                <a:latin typeface="Arial"/>
                <a:ea typeface="Arial"/>
                <a:cs typeface="Arial"/>
              </a:defRPr>
            </a:lvl3pPr>
            <a:lvl4pPr>
              <a:defRPr sz="2400" b="1">
                <a:solidFill>
                  <a:srgbClr val="294F40"/>
                </a:solidFill>
                <a:latin typeface="Arial"/>
                <a:ea typeface="Arial"/>
                <a:cs typeface="Arial"/>
              </a:defRPr>
            </a:lvl4pPr>
            <a:lvl5pPr>
              <a:defRPr sz="2400" b="1">
                <a:solidFill>
                  <a:srgbClr val="294F40"/>
                </a:solidFill>
                <a:latin typeface="Arial"/>
                <a:ea typeface="Arial"/>
                <a:cs typeface="Arial"/>
              </a:defRPr>
            </a:lvl5pPr>
            <a:lvl6pPr>
              <a:defRPr sz="2400" b="1">
                <a:solidFill>
                  <a:srgbClr val="294F40"/>
                </a:solidFill>
                <a:latin typeface="Arial"/>
                <a:ea typeface="Arial"/>
                <a:cs typeface="Arial"/>
              </a:defRPr>
            </a:lvl6pPr>
            <a:lvl7pPr>
              <a:defRPr sz="2400" b="1">
                <a:solidFill>
                  <a:srgbClr val="294F40"/>
                </a:solidFill>
                <a:latin typeface="Arial"/>
                <a:ea typeface="Arial"/>
                <a:cs typeface="Arial"/>
              </a:defRPr>
            </a:lvl7pPr>
            <a:lvl8pPr>
              <a:defRPr sz="2400" b="1">
                <a:solidFill>
                  <a:srgbClr val="294F40"/>
                </a:solidFill>
                <a:latin typeface="Arial"/>
                <a:ea typeface="Arial"/>
                <a:cs typeface="Arial"/>
              </a:defRPr>
            </a:lvl8pPr>
            <a:lvl9pPr>
              <a:defRPr sz="2400" b="1">
                <a:solidFill>
                  <a:srgbClr val="294F40"/>
                </a:solidFill>
                <a:latin typeface="Arial"/>
                <a:ea typeface="Arial"/>
                <a:cs typeface="Arial"/>
              </a:defRPr>
            </a:lvl9pPr>
          </a:lstStyle>
          <a:p xmlns:a="http://schemas.openxmlformats.org/drawingml/2006/main">
            <a:pPr>
              <a:defRPr sz="2400" b="1">
                <a:solidFill>
                  <a:srgbClr val="294F40"/>
                </a:solidFill>
                <a:latin typeface="Arial"/>
                <a:ea typeface="Arial"/>
                <a:cs typeface="Arial"/>
              </a:defRPr>
            </a:pPr>
            <a:r>
              <a:rPr sz="2400" b="1">
                <a:solidFill>
                  <a:srgbClr val="294F40"/>
                </a:solidFill>
                <a:latin typeface="Arial"/>
                <a:ea typeface="Arial"/>
                <a:cs typeface="Arial"/>
              </a:rPr>
              <a:t>Student questions</a:t>
            </a:r>
          </a:p>
        </p:txBody>
      </p:sp>
      <p:sp>
        <p:nvSpPr>
          <p:cNvPr id="5" name="">
            <a:extLst xmlns:a="http://schemas.openxmlformats.org/drawingml/2006/main">
              <a:ext uri="{FF2B5EF4-FFF2-40B4-BE49-F238E27FC236}">
                <a16:creationId xmlns:a16="http://schemas.microsoft.com/office/drawing/2014/main" id="{9E406F6F-EF8E-4C38-A81B-615F672C192C}"/>
              </a:ext>
            </a:extLst>
          </p:cNvPr>
          <p:cNvSpPr>
            <a:spLocks xmlns:a="http://schemas.openxmlformats.org/drawingml/2006/main" noGrp="1"/>
          </p:cNvSpPr>
          <p:nvPr/>
        </p:nvSpPr>
        <p:spPr>
          <a:xfrm xmlns:a="http://schemas.openxmlformats.org/drawingml/2006/main">
            <a:off x="685800" y="2809875"/>
            <a:ext cx="7381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2B27"/>
                </a:solidFill>
                <a:latin typeface="Arial"/>
                <a:ea typeface="Arial"/>
                <a:cs typeface="Arial"/>
              </a:defRPr>
            </a:defPPr>
            <a:lvl1pPr>
              <a:defRPr sz="2175" b="0">
                <a:solidFill>
                  <a:srgbClr val="232B27"/>
                </a:solidFill>
                <a:latin typeface="Arial"/>
                <a:ea typeface="Arial"/>
                <a:cs typeface="Arial"/>
              </a:defRPr>
            </a:lvl1pPr>
            <a:lvl2pPr>
              <a:defRPr sz="2175" b="0">
                <a:solidFill>
                  <a:srgbClr val="232B27"/>
                </a:solidFill>
                <a:latin typeface="Arial"/>
                <a:ea typeface="Arial"/>
                <a:cs typeface="Arial"/>
              </a:defRPr>
            </a:lvl2pPr>
            <a:lvl3pPr>
              <a:defRPr sz="2175" b="0">
                <a:solidFill>
                  <a:srgbClr val="232B27"/>
                </a:solidFill>
                <a:latin typeface="Arial"/>
                <a:ea typeface="Arial"/>
                <a:cs typeface="Arial"/>
              </a:defRPr>
            </a:lvl3pPr>
            <a:lvl4pPr>
              <a:defRPr sz="2175" b="0">
                <a:solidFill>
                  <a:srgbClr val="232B27"/>
                </a:solidFill>
                <a:latin typeface="Arial"/>
                <a:ea typeface="Arial"/>
                <a:cs typeface="Arial"/>
              </a:defRPr>
            </a:lvl4pPr>
            <a:lvl5pPr>
              <a:defRPr sz="2175" b="0">
                <a:solidFill>
                  <a:srgbClr val="232B27"/>
                </a:solidFill>
                <a:latin typeface="Arial"/>
                <a:ea typeface="Arial"/>
                <a:cs typeface="Arial"/>
              </a:defRPr>
            </a:lvl5pPr>
            <a:lvl6pPr>
              <a:defRPr sz="2175" b="0">
                <a:solidFill>
                  <a:srgbClr val="232B27"/>
                </a:solidFill>
                <a:latin typeface="Arial"/>
                <a:ea typeface="Arial"/>
                <a:cs typeface="Arial"/>
              </a:defRPr>
            </a:lvl6pPr>
            <a:lvl7pPr>
              <a:defRPr sz="2175" b="0">
                <a:solidFill>
                  <a:srgbClr val="232B27"/>
                </a:solidFill>
                <a:latin typeface="Arial"/>
                <a:ea typeface="Arial"/>
                <a:cs typeface="Arial"/>
              </a:defRPr>
            </a:lvl7pPr>
            <a:lvl8pPr>
              <a:defRPr sz="2175" b="0">
                <a:solidFill>
                  <a:srgbClr val="232B27"/>
                </a:solidFill>
                <a:latin typeface="Arial"/>
                <a:ea typeface="Arial"/>
                <a:cs typeface="Arial"/>
              </a:defRPr>
            </a:lvl8pPr>
            <a:lvl9pPr>
              <a:defRPr sz="2175" b="0">
                <a:solidFill>
                  <a:srgbClr val="232B27"/>
                </a:solidFill>
                <a:latin typeface="Arial"/>
                <a:ea typeface="Arial"/>
                <a:cs typeface="Arial"/>
              </a:defRPr>
            </a:lvl9pPr>
          </a:lstStyle>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AI answers with inspectable sources</a:t>
            </a:r>
          </a:p>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Follow-up questions in the same conversation</a:t>
            </a:r>
          </a:p>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Searchable public VIT Vellore information</a:t>
            </a:r>
          </a:p>
        </p:txBody>
      </p:sp>
      <p:sp>
        <p:nvSpPr>
          <p:cNvPr id="6" name="">
            <a:extLst xmlns:a="http://schemas.openxmlformats.org/drawingml/2006/main">
              <a:ext uri="{FF2B5EF4-FFF2-40B4-BE49-F238E27FC236}">
                <a16:creationId xmlns:a16="http://schemas.microsoft.com/office/drawing/2014/main" id="{85789E34-507D-4040-86D1-779E0F88DDD1}"/>
              </a:ext>
            </a:extLst>
          </p:cNvPr>
          <p:cNvSpPr>
            <a:spLocks xmlns:a="http://schemas.openxmlformats.org/drawingml/2006/main" noGrp="1"/>
          </p:cNvSpPr>
          <p:nvPr/>
        </p:nvSpPr>
        <p:spPr>
          <a:xfrm xmlns:a="http://schemas.openxmlformats.org/drawingml/2006/main">
            <a:off x="685800" y="4638675"/>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94F40"/>
                </a:solidFill>
                <a:latin typeface="Arial"/>
                <a:ea typeface="Arial"/>
                <a:cs typeface="Arial"/>
              </a:defRPr>
            </a:defPPr>
            <a:lvl1pPr>
              <a:defRPr sz="2400" b="1">
                <a:solidFill>
                  <a:srgbClr val="294F40"/>
                </a:solidFill>
                <a:latin typeface="Arial"/>
                <a:ea typeface="Arial"/>
                <a:cs typeface="Arial"/>
              </a:defRPr>
            </a:lvl1pPr>
            <a:lvl2pPr>
              <a:defRPr sz="2400" b="1">
                <a:solidFill>
                  <a:srgbClr val="294F40"/>
                </a:solidFill>
                <a:latin typeface="Arial"/>
                <a:ea typeface="Arial"/>
                <a:cs typeface="Arial"/>
              </a:defRPr>
            </a:lvl2pPr>
            <a:lvl3pPr>
              <a:defRPr sz="2400" b="1">
                <a:solidFill>
                  <a:srgbClr val="294F40"/>
                </a:solidFill>
                <a:latin typeface="Arial"/>
                <a:ea typeface="Arial"/>
                <a:cs typeface="Arial"/>
              </a:defRPr>
            </a:lvl3pPr>
            <a:lvl4pPr>
              <a:defRPr sz="2400" b="1">
                <a:solidFill>
                  <a:srgbClr val="294F40"/>
                </a:solidFill>
                <a:latin typeface="Arial"/>
                <a:ea typeface="Arial"/>
                <a:cs typeface="Arial"/>
              </a:defRPr>
            </a:lvl4pPr>
            <a:lvl5pPr>
              <a:defRPr sz="2400" b="1">
                <a:solidFill>
                  <a:srgbClr val="294F40"/>
                </a:solidFill>
                <a:latin typeface="Arial"/>
                <a:ea typeface="Arial"/>
                <a:cs typeface="Arial"/>
              </a:defRPr>
            </a:lvl5pPr>
            <a:lvl6pPr>
              <a:defRPr sz="2400" b="1">
                <a:solidFill>
                  <a:srgbClr val="294F40"/>
                </a:solidFill>
                <a:latin typeface="Arial"/>
                <a:ea typeface="Arial"/>
                <a:cs typeface="Arial"/>
              </a:defRPr>
            </a:lvl6pPr>
            <a:lvl7pPr>
              <a:defRPr sz="2400" b="1">
                <a:solidFill>
                  <a:srgbClr val="294F40"/>
                </a:solidFill>
                <a:latin typeface="Arial"/>
                <a:ea typeface="Arial"/>
                <a:cs typeface="Arial"/>
              </a:defRPr>
            </a:lvl7pPr>
            <a:lvl8pPr>
              <a:defRPr sz="2400" b="1">
                <a:solidFill>
                  <a:srgbClr val="294F40"/>
                </a:solidFill>
                <a:latin typeface="Arial"/>
                <a:ea typeface="Arial"/>
                <a:cs typeface="Arial"/>
              </a:defRPr>
            </a:lvl8pPr>
            <a:lvl9pPr>
              <a:defRPr sz="2400" b="1">
                <a:solidFill>
                  <a:srgbClr val="294F40"/>
                </a:solidFill>
                <a:latin typeface="Arial"/>
                <a:ea typeface="Arial"/>
                <a:cs typeface="Arial"/>
              </a:defRPr>
            </a:lvl9pPr>
          </a:lstStyle>
          <a:p xmlns:a="http://schemas.openxmlformats.org/drawingml/2006/main">
            <a:pPr>
              <a:defRPr sz="2400" b="1">
                <a:solidFill>
                  <a:srgbClr val="294F40"/>
                </a:solidFill>
                <a:latin typeface="Arial"/>
                <a:ea typeface="Arial"/>
                <a:cs typeface="Arial"/>
              </a:defRPr>
            </a:pPr>
            <a:r>
              <a:rPr sz="2400" b="1">
                <a:solidFill>
                  <a:srgbClr val="294F40"/>
                </a:solidFill>
                <a:latin typeface="Arial"/>
                <a:ea typeface="Arial"/>
                <a:cs typeface="Arial"/>
              </a:rPr>
              <a:t>Staff support</a:t>
            </a:r>
          </a:p>
        </p:txBody>
      </p:sp>
      <p:sp>
        <p:nvSpPr>
          <p:cNvPr id="7" name="">
            <a:extLst xmlns:a="http://schemas.openxmlformats.org/drawingml/2006/main">
              <a:ext uri="{FF2B5EF4-FFF2-40B4-BE49-F238E27FC236}">
                <a16:creationId xmlns:a16="http://schemas.microsoft.com/office/drawing/2014/main" id="{69E47A44-2049-439D-A3C1-8D5248968D3D}"/>
              </a:ext>
            </a:extLst>
          </p:cNvPr>
          <p:cNvSpPr>
            <a:spLocks xmlns:a="http://schemas.openxmlformats.org/drawingml/2006/main" noGrp="1"/>
          </p:cNvSpPr>
          <p:nvPr/>
        </p:nvSpPr>
        <p:spPr>
          <a:xfrm xmlns:a="http://schemas.openxmlformats.org/drawingml/2006/main">
            <a:off x="685800" y="5248275"/>
            <a:ext cx="7477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2B27"/>
                </a:solidFill>
                <a:latin typeface="Arial"/>
                <a:ea typeface="Arial"/>
                <a:cs typeface="Arial"/>
              </a:defRPr>
            </a:defPPr>
            <a:lvl1pPr>
              <a:defRPr sz="2175" b="0">
                <a:solidFill>
                  <a:srgbClr val="232B27"/>
                </a:solidFill>
                <a:latin typeface="Arial"/>
                <a:ea typeface="Arial"/>
                <a:cs typeface="Arial"/>
              </a:defRPr>
            </a:lvl1pPr>
            <a:lvl2pPr>
              <a:defRPr sz="2175" b="0">
                <a:solidFill>
                  <a:srgbClr val="232B27"/>
                </a:solidFill>
                <a:latin typeface="Arial"/>
                <a:ea typeface="Arial"/>
                <a:cs typeface="Arial"/>
              </a:defRPr>
            </a:lvl2pPr>
            <a:lvl3pPr>
              <a:defRPr sz="2175" b="0">
                <a:solidFill>
                  <a:srgbClr val="232B27"/>
                </a:solidFill>
                <a:latin typeface="Arial"/>
                <a:ea typeface="Arial"/>
                <a:cs typeface="Arial"/>
              </a:defRPr>
            </a:lvl3pPr>
            <a:lvl4pPr>
              <a:defRPr sz="2175" b="0">
                <a:solidFill>
                  <a:srgbClr val="232B27"/>
                </a:solidFill>
                <a:latin typeface="Arial"/>
                <a:ea typeface="Arial"/>
                <a:cs typeface="Arial"/>
              </a:defRPr>
            </a:lvl4pPr>
            <a:lvl5pPr>
              <a:defRPr sz="2175" b="0">
                <a:solidFill>
                  <a:srgbClr val="232B27"/>
                </a:solidFill>
                <a:latin typeface="Arial"/>
                <a:ea typeface="Arial"/>
                <a:cs typeface="Arial"/>
              </a:defRPr>
            </a:lvl5pPr>
            <a:lvl6pPr>
              <a:defRPr sz="2175" b="0">
                <a:solidFill>
                  <a:srgbClr val="232B27"/>
                </a:solidFill>
                <a:latin typeface="Arial"/>
                <a:ea typeface="Arial"/>
                <a:cs typeface="Arial"/>
              </a:defRPr>
            </a:lvl6pPr>
            <a:lvl7pPr>
              <a:defRPr sz="2175" b="0">
                <a:solidFill>
                  <a:srgbClr val="232B27"/>
                </a:solidFill>
                <a:latin typeface="Arial"/>
                <a:ea typeface="Arial"/>
                <a:cs typeface="Arial"/>
              </a:defRPr>
            </a:lvl7pPr>
            <a:lvl8pPr>
              <a:defRPr sz="2175" b="0">
                <a:solidFill>
                  <a:srgbClr val="232B27"/>
                </a:solidFill>
                <a:latin typeface="Arial"/>
                <a:ea typeface="Arial"/>
                <a:cs typeface="Arial"/>
              </a:defRPr>
            </a:lvl8pPr>
            <a:lvl9pPr>
              <a:defRPr sz="2175" b="0">
                <a:solidFill>
                  <a:srgbClr val="232B27"/>
                </a:solidFill>
                <a:latin typeface="Arial"/>
                <a:ea typeface="Arial"/>
                <a:cs typeface="Arial"/>
              </a:defRPr>
            </a:lvl9pPr>
          </a:lstStyle>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Confirmed tickets in a protected staff queue</a:t>
            </a:r>
          </a:p>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Review context, resolve and reopen tickets</a:t>
            </a:r>
          </a:p>
        </p:txBody>
      </p:sp>
      <p:pic>
        <p:nvPicPr>
          <p:cNvPr id="8" name="">
            <a:extLst xmlns:a="http://schemas.openxmlformats.org/drawingml/2006/main">
              <a:ext uri="{FF2B5EF4-FFF2-40B4-BE49-F238E27FC236}">
                <a16:creationId xmlns:a16="http://schemas.microsoft.com/office/drawing/2014/main" id="{67D557FF-7C5F-4A9B-B09D-1CF31619E88C}"/>
              </a:ext>
            </a:extLst>
          </p:cNvPr>
          <p:cNvPicPr>
            <a:picLocks xmlns:a="http://schemas.openxmlformats.org/drawingml/2006/main" noChangeAspect="1"/>
          </p:cNvPicPr>
          <p:nvPr/>
        </p:nvPicPr>
        <p:blipFill>
          <a:blip xmlns:r="http://schemas.openxmlformats.org/officeDocument/2006/relationships" xmlns:a="http://schemas.openxmlformats.org/drawingml/2006/main" r:embed="Rb1ac4ef841674795"/>
          <a:stretch xmlns:a="http://schemas.openxmlformats.org/drawingml/2006/main"/>
        </p:blipFill>
        <p:spPr>
          <a:xfrm xmlns:a="http://schemas.openxmlformats.org/drawingml/2006/main">
            <a:off x="9469637" y="2047875"/>
            <a:ext cx="1320401" cy="4048125"/>
          </a:xfrm>
          <a:prstGeom xmlns:a="http://schemas.openxmlformats.org/drawingml/2006/main" prst="rect">
            <a:avLst/>
          </a:prstGeom>
        </p:spPr>
      </p:pic>
    </p:spTree>
    <p:extLst>
      <p:ext uri="{BB962C8B-B14F-4D97-AF65-F5344CB8AC3E}">
        <p14:creationId xmlns:p14="http://schemas.microsoft.com/office/powerpoint/2010/main" val="121003959"/>
      </p:ext>
    </p:extLst>
  </p:cSld>
</p:sld>
</file>

<file path=ppt/slides/slide7.xml><?xml version="1.0" encoding="utf-8"?>
<p:sld xmlns:p="http://schemas.openxmlformats.org/presentationml/2006/main">
  <p:cSld>
    <p:bg>
      <p:bgPr>
        <a:solidFill xmlns:a="http://schemas.openxmlformats.org/drawingml/2006/main">
          <a:srgbClr val="294F4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1ABE7A-2CFB-4313-905B-96ECB52D46AE}"/>
              </a:ext>
            </a:extLst>
          </p:cNvPr>
          <p:cNvSpPr>
            <a:spLocks xmlns:a="http://schemas.openxmlformats.org/drawingml/2006/main" noGrp="1"/>
          </p:cNvSpPr>
          <p:nvPr/>
        </p:nvSpPr>
        <p:spPr>
          <a:xfrm xmlns:a="http://schemas.openxmlformats.org/drawingml/2006/main">
            <a:off x="685800" y="361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DBE6DD"/>
                </a:solidFill>
                <a:latin typeface="Arial"/>
                <a:ea typeface="Arial"/>
                <a:cs typeface="Arial"/>
              </a:defRPr>
            </a:defPPr>
            <a:lvl1pPr>
              <a:defRPr sz="1350" b="1">
                <a:solidFill>
                  <a:srgbClr val="DBE6DD"/>
                </a:solidFill>
                <a:latin typeface="Arial"/>
                <a:ea typeface="Arial"/>
                <a:cs typeface="Arial"/>
              </a:defRPr>
            </a:lvl1pPr>
            <a:lvl2pPr>
              <a:defRPr sz="1350" b="1">
                <a:solidFill>
                  <a:srgbClr val="DBE6DD"/>
                </a:solidFill>
                <a:latin typeface="Arial"/>
                <a:ea typeface="Arial"/>
                <a:cs typeface="Arial"/>
              </a:defRPr>
            </a:lvl2pPr>
            <a:lvl3pPr>
              <a:defRPr sz="1350" b="1">
                <a:solidFill>
                  <a:srgbClr val="DBE6DD"/>
                </a:solidFill>
                <a:latin typeface="Arial"/>
                <a:ea typeface="Arial"/>
                <a:cs typeface="Arial"/>
              </a:defRPr>
            </a:lvl3pPr>
            <a:lvl4pPr>
              <a:defRPr sz="1350" b="1">
                <a:solidFill>
                  <a:srgbClr val="DBE6DD"/>
                </a:solidFill>
                <a:latin typeface="Arial"/>
                <a:ea typeface="Arial"/>
                <a:cs typeface="Arial"/>
              </a:defRPr>
            </a:lvl4pPr>
            <a:lvl5pPr>
              <a:defRPr sz="1350" b="1">
                <a:solidFill>
                  <a:srgbClr val="DBE6DD"/>
                </a:solidFill>
                <a:latin typeface="Arial"/>
                <a:ea typeface="Arial"/>
                <a:cs typeface="Arial"/>
              </a:defRPr>
            </a:lvl5pPr>
            <a:lvl6pPr>
              <a:defRPr sz="1350" b="1">
                <a:solidFill>
                  <a:srgbClr val="DBE6DD"/>
                </a:solidFill>
                <a:latin typeface="Arial"/>
                <a:ea typeface="Arial"/>
                <a:cs typeface="Arial"/>
              </a:defRPr>
            </a:lvl6pPr>
            <a:lvl7pPr>
              <a:defRPr sz="1350" b="1">
                <a:solidFill>
                  <a:srgbClr val="DBE6DD"/>
                </a:solidFill>
                <a:latin typeface="Arial"/>
                <a:ea typeface="Arial"/>
                <a:cs typeface="Arial"/>
              </a:defRPr>
            </a:lvl7pPr>
            <a:lvl8pPr>
              <a:defRPr sz="1350" b="1">
                <a:solidFill>
                  <a:srgbClr val="DBE6DD"/>
                </a:solidFill>
                <a:latin typeface="Arial"/>
                <a:ea typeface="Arial"/>
                <a:cs typeface="Arial"/>
              </a:defRPr>
            </a:lvl8pPr>
            <a:lvl9pPr>
              <a:defRPr sz="1350" b="1">
                <a:solidFill>
                  <a:srgbClr val="DBE6DD"/>
                </a:solidFill>
                <a:latin typeface="Arial"/>
                <a:ea typeface="Arial"/>
                <a:cs typeface="Arial"/>
              </a:defRPr>
            </a:lvl9pPr>
          </a:lstStyle>
          <a:p xmlns:a="http://schemas.openxmlformats.org/drawingml/2006/main">
            <a:pPr>
              <a:defRPr sz="1350" b="1">
                <a:solidFill>
                  <a:srgbClr val="DBE6DD"/>
                </a:solidFill>
                <a:latin typeface="Arial"/>
                <a:ea typeface="Arial"/>
                <a:cs typeface="Arial"/>
              </a:defRPr>
            </a:pPr>
            <a:r>
              <a:rPr sz="1350" b="1">
                <a:solidFill>
                  <a:srgbClr val="DBE6DD"/>
                </a:solidFill>
                <a:latin typeface="Arial"/>
                <a:ea typeface="Arial"/>
                <a:cs typeface="Arial"/>
              </a:rPr>
              <a:t>05  DEMONSTRATION</a:t>
            </a:r>
          </a:p>
        </p:txBody>
      </p:sp>
      <p:sp>
        <p:nvSpPr>
          <p:cNvPr id="2" name="">
            <a:extLst xmlns:a="http://schemas.openxmlformats.org/drawingml/2006/main">
              <a:ext uri="{FF2B5EF4-FFF2-40B4-BE49-F238E27FC236}">
                <a16:creationId xmlns:a16="http://schemas.microsoft.com/office/drawing/2014/main" id="{C3274D5D-8C17-41D1-8938-EDB652D8FEBA}"/>
              </a:ext>
            </a:extLst>
          </p:cNvPr>
          <p:cNvSpPr>
            <a:spLocks xmlns:a="http://schemas.openxmlformats.org/drawingml/2006/main" noGrp="1"/>
          </p:cNvSpPr>
          <p:nvPr/>
        </p:nvSpPr>
        <p:spPr>
          <a:xfrm xmlns:a="http://schemas.openxmlformats.org/drawingml/2006/main">
            <a:off x="685800" y="952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 short walkthrough</a:t>
            </a:r>
          </a:p>
        </p:txBody>
      </p:sp>
      <p:sp>
        <p:nvSpPr>
          <p:cNvPr id="3" name="">
            <a:extLst xmlns:a="http://schemas.openxmlformats.org/drawingml/2006/main">
              <a:ext uri="{FF2B5EF4-FFF2-40B4-BE49-F238E27FC236}">
                <a16:creationId xmlns:a16="http://schemas.microsoft.com/office/drawing/2014/main" id="{73062BFF-690F-4A3A-ABF5-1BF74DCB77C7}"/>
              </a:ext>
            </a:extLst>
          </p:cNvPr>
          <p:cNvSpPr>
            <a:spLocks xmlns:a="http://schemas.openxmlformats.org/drawingml/2006/main" noGrp="1"/>
          </p:cNvSpPr>
          <p:nvPr/>
        </p:nvSpPr>
        <p:spPr>
          <a:xfrm xmlns:a="http://schemas.openxmlformats.org/drawingml/2006/main">
            <a:off x="685800" y="641985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DBE6DD"/>
                </a:solidFill>
                <a:latin typeface="Arial"/>
                <a:ea typeface="Arial"/>
                <a:cs typeface="Arial"/>
              </a:defRPr>
            </a:defPPr>
            <a:lvl1pPr>
              <a:defRPr sz="1050" b="0">
                <a:solidFill>
                  <a:srgbClr val="DBE6DD"/>
                </a:solidFill>
                <a:latin typeface="Arial"/>
                <a:ea typeface="Arial"/>
                <a:cs typeface="Arial"/>
              </a:defRPr>
            </a:lvl1pPr>
            <a:lvl2pPr>
              <a:defRPr sz="1050" b="0">
                <a:solidFill>
                  <a:srgbClr val="DBE6DD"/>
                </a:solidFill>
                <a:latin typeface="Arial"/>
                <a:ea typeface="Arial"/>
                <a:cs typeface="Arial"/>
              </a:defRPr>
            </a:lvl2pPr>
            <a:lvl3pPr>
              <a:defRPr sz="1050" b="0">
                <a:solidFill>
                  <a:srgbClr val="DBE6DD"/>
                </a:solidFill>
                <a:latin typeface="Arial"/>
                <a:ea typeface="Arial"/>
                <a:cs typeface="Arial"/>
              </a:defRPr>
            </a:lvl3pPr>
            <a:lvl4pPr>
              <a:defRPr sz="1050" b="0">
                <a:solidFill>
                  <a:srgbClr val="DBE6DD"/>
                </a:solidFill>
                <a:latin typeface="Arial"/>
                <a:ea typeface="Arial"/>
                <a:cs typeface="Arial"/>
              </a:defRPr>
            </a:lvl4pPr>
            <a:lvl5pPr>
              <a:defRPr sz="1050" b="0">
                <a:solidFill>
                  <a:srgbClr val="DBE6DD"/>
                </a:solidFill>
                <a:latin typeface="Arial"/>
                <a:ea typeface="Arial"/>
                <a:cs typeface="Arial"/>
              </a:defRPr>
            </a:lvl5pPr>
            <a:lvl6pPr>
              <a:defRPr sz="1050" b="0">
                <a:solidFill>
                  <a:srgbClr val="DBE6DD"/>
                </a:solidFill>
                <a:latin typeface="Arial"/>
                <a:ea typeface="Arial"/>
                <a:cs typeface="Arial"/>
              </a:defRPr>
            </a:lvl6pPr>
            <a:lvl7pPr>
              <a:defRPr sz="1050" b="0">
                <a:solidFill>
                  <a:srgbClr val="DBE6DD"/>
                </a:solidFill>
                <a:latin typeface="Arial"/>
                <a:ea typeface="Arial"/>
                <a:cs typeface="Arial"/>
              </a:defRPr>
            </a:lvl7pPr>
            <a:lvl8pPr>
              <a:defRPr sz="1050" b="0">
                <a:solidFill>
                  <a:srgbClr val="DBE6DD"/>
                </a:solidFill>
                <a:latin typeface="Arial"/>
                <a:ea typeface="Arial"/>
                <a:cs typeface="Arial"/>
              </a:defRPr>
            </a:lvl8pPr>
            <a:lvl9pPr>
              <a:defRPr sz="1050" b="0">
                <a:solidFill>
                  <a:srgbClr val="DBE6DD"/>
                </a:solidFill>
                <a:latin typeface="Arial"/>
                <a:ea typeface="Arial"/>
                <a:cs typeface="Arial"/>
              </a:defRPr>
            </a:lvl9pPr>
          </a:lstStyle>
          <a:p xmlns:a="http://schemas.openxmlformats.org/drawingml/2006/main">
            <a:pPr>
              <a:defRPr sz="1050" b="0">
                <a:solidFill>
                  <a:srgbClr val="DBE6DD"/>
                </a:solidFill>
                <a:latin typeface="Arial"/>
                <a:ea typeface="Arial"/>
                <a:cs typeface="Arial"/>
              </a:defRPr>
            </a:pPr>
            <a:r>
              <a:rPr sz="1050" b="0">
                <a:solidFill>
                  <a:srgbClr val="DBE6DD"/>
                </a:solidFill>
                <a:latin typeface="Arial"/>
                <a:ea typeface="Arial"/>
                <a:cs typeface="Arial"/>
              </a:rPr>
              <a:t>CAMPUS HELPDESK     /     07</a:t>
            </a:r>
          </a:p>
        </p:txBody>
      </p:sp>
      <p:sp>
        <p:nvSpPr>
          <p:cNvPr id="4" name="">
            <a:extLst xmlns:a="http://schemas.openxmlformats.org/drawingml/2006/main">
              <a:ext uri="{FF2B5EF4-FFF2-40B4-BE49-F238E27FC236}">
                <a16:creationId xmlns:a16="http://schemas.microsoft.com/office/drawing/2014/main" id="{0DFD12CA-477C-4E2F-973A-01CA84549EB8}"/>
              </a:ext>
            </a:extLst>
          </p:cNvPr>
          <p:cNvSpPr>
            <a:spLocks xmlns:a="http://schemas.openxmlformats.org/drawingml/2006/main" noGrp="1"/>
          </p:cNvSpPr>
          <p:nvPr/>
        </p:nvSpPr>
        <p:spPr>
          <a:xfrm xmlns:a="http://schemas.openxmlformats.org/drawingml/2006/main">
            <a:off x="685800" y="21431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DBE6DD"/>
                </a:solidFill>
                <a:latin typeface="Arial"/>
                <a:ea typeface="Arial"/>
                <a:cs typeface="Arial"/>
              </a:defRPr>
            </a:defPPr>
            <a:lvl1pPr>
              <a:defRPr sz="2100" b="1">
                <a:solidFill>
                  <a:srgbClr val="DBE6DD"/>
                </a:solidFill>
                <a:latin typeface="Arial"/>
                <a:ea typeface="Arial"/>
                <a:cs typeface="Arial"/>
              </a:defRPr>
            </a:lvl1pPr>
            <a:lvl2pPr>
              <a:defRPr sz="2100" b="1">
                <a:solidFill>
                  <a:srgbClr val="DBE6DD"/>
                </a:solidFill>
                <a:latin typeface="Arial"/>
                <a:ea typeface="Arial"/>
                <a:cs typeface="Arial"/>
              </a:defRPr>
            </a:lvl2pPr>
            <a:lvl3pPr>
              <a:defRPr sz="2100" b="1">
                <a:solidFill>
                  <a:srgbClr val="DBE6DD"/>
                </a:solidFill>
                <a:latin typeface="Arial"/>
                <a:ea typeface="Arial"/>
                <a:cs typeface="Arial"/>
              </a:defRPr>
            </a:lvl3pPr>
            <a:lvl4pPr>
              <a:defRPr sz="2100" b="1">
                <a:solidFill>
                  <a:srgbClr val="DBE6DD"/>
                </a:solidFill>
                <a:latin typeface="Arial"/>
                <a:ea typeface="Arial"/>
                <a:cs typeface="Arial"/>
              </a:defRPr>
            </a:lvl4pPr>
            <a:lvl5pPr>
              <a:defRPr sz="2100" b="1">
                <a:solidFill>
                  <a:srgbClr val="DBE6DD"/>
                </a:solidFill>
                <a:latin typeface="Arial"/>
                <a:ea typeface="Arial"/>
                <a:cs typeface="Arial"/>
              </a:defRPr>
            </a:lvl5pPr>
            <a:lvl6pPr>
              <a:defRPr sz="2100" b="1">
                <a:solidFill>
                  <a:srgbClr val="DBE6DD"/>
                </a:solidFill>
                <a:latin typeface="Arial"/>
                <a:ea typeface="Arial"/>
                <a:cs typeface="Arial"/>
              </a:defRPr>
            </a:lvl6pPr>
            <a:lvl7pPr>
              <a:defRPr sz="2100" b="1">
                <a:solidFill>
                  <a:srgbClr val="DBE6DD"/>
                </a:solidFill>
                <a:latin typeface="Arial"/>
                <a:ea typeface="Arial"/>
                <a:cs typeface="Arial"/>
              </a:defRPr>
            </a:lvl7pPr>
            <a:lvl8pPr>
              <a:defRPr sz="2100" b="1">
                <a:solidFill>
                  <a:srgbClr val="DBE6DD"/>
                </a:solidFill>
                <a:latin typeface="Arial"/>
                <a:ea typeface="Arial"/>
                <a:cs typeface="Arial"/>
              </a:defRPr>
            </a:lvl8pPr>
            <a:lvl9pPr>
              <a:defRPr sz="2100" b="1">
                <a:solidFill>
                  <a:srgbClr val="DBE6DD"/>
                </a:solidFill>
                <a:latin typeface="Arial"/>
                <a:ea typeface="Arial"/>
                <a:cs typeface="Arial"/>
              </a:defRPr>
            </a:lvl9pPr>
          </a:lstStyle>
          <a:p xmlns:a="http://schemas.openxmlformats.org/drawingml/2006/main">
            <a:pPr>
              <a:defRPr sz="2100" b="1">
                <a:solidFill>
                  <a:srgbClr val="DBE6DD"/>
                </a:solidFill>
                <a:latin typeface="Arial"/>
                <a:ea typeface="Arial"/>
                <a:cs typeface="Arial"/>
              </a:defRPr>
            </a:pPr>
            <a:r>
              <a:rPr sz="2100" b="1">
                <a:solidFill>
                  <a:srgbClr val="DBE6D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91FEEF3-9012-4B2A-B6E3-7EF91F924B2B}"/>
              </a:ext>
            </a:extLst>
          </p:cNvPr>
          <p:cNvSpPr>
            <a:spLocks xmlns:a="http://schemas.openxmlformats.org/drawingml/2006/main" noGrp="1"/>
          </p:cNvSpPr>
          <p:nvPr/>
        </p:nvSpPr>
        <p:spPr>
          <a:xfrm xmlns:a="http://schemas.openxmlformats.org/drawingml/2006/main">
            <a:off x="1504950" y="21431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Ask and inspect</a:t>
            </a:r>
          </a:p>
        </p:txBody>
      </p:sp>
      <p:sp>
        <p:nvSpPr>
          <p:cNvPr id="6" name="">
            <a:extLst xmlns:a="http://schemas.openxmlformats.org/drawingml/2006/main">
              <a:ext uri="{FF2B5EF4-FFF2-40B4-BE49-F238E27FC236}">
                <a16:creationId xmlns:a16="http://schemas.microsoft.com/office/drawing/2014/main" id="{012A6BEC-7799-40EE-A699-9613F7336CAA}"/>
              </a:ext>
            </a:extLst>
          </p:cNvPr>
          <p:cNvSpPr>
            <a:spLocks xmlns:a="http://schemas.openxmlformats.org/drawingml/2006/main" noGrp="1"/>
          </p:cNvSpPr>
          <p:nvPr/>
        </p:nvSpPr>
        <p:spPr>
          <a:xfrm xmlns:a="http://schemas.openxmlformats.org/drawingml/2006/main">
            <a:off x="1504950" y="2609850"/>
            <a:ext cx="981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BE6DD"/>
                </a:solidFill>
                <a:latin typeface="Arial"/>
                <a:ea typeface="Arial"/>
                <a:cs typeface="Arial"/>
              </a:defRPr>
            </a:defPPr>
            <a:lvl1pPr>
              <a:defRPr sz="2025" b="0">
                <a:solidFill>
                  <a:srgbClr val="DBE6DD"/>
                </a:solidFill>
                <a:latin typeface="Arial"/>
                <a:ea typeface="Arial"/>
                <a:cs typeface="Arial"/>
              </a:defRPr>
            </a:lvl1pPr>
            <a:lvl2pPr>
              <a:defRPr sz="2025" b="0">
                <a:solidFill>
                  <a:srgbClr val="DBE6DD"/>
                </a:solidFill>
                <a:latin typeface="Arial"/>
                <a:ea typeface="Arial"/>
                <a:cs typeface="Arial"/>
              </a:defRPr>
            </a:lvl2pPr>
            <a:lvl3pPr>
              <a:defRPr sz="2025" b="0">
                <a:solidFill>
                  <a:srgbClr val="DBE6DD"/>
                </a:solidFill>
                <a:latin typeface="Arial"/>
                <a:ea typeface="Arial"/>
                <a:cs typeface="Arial"/>
              </a:defRPr>
            </a:lvl3pPr>
            <a:lvl4pPr>
              <a:defRPr sz="2025" b="0">
                <a:solidFill>
                  <a:srgbClr val="DBE6DD"/>
                </a:solidFill>
                <a:latin typeface="Arial"/>
                <a:ea typeface="Arial"/>
                <a:cs typeface="Arial"/>
              </a:defRPr>
            </a:lvl4pPr>
            <a:lvl5pPr>
              <a:defRPr sz="2025" b="0">
                <a:solidFill>
                  <a:srgbClr val="DBE6DD"/>
                </a:solidFill>
                <a:latin typeface="Arial"/>
                <a:ea typeface="Arial"/>
                <a:cs typeface="Arial"/>
              </a:defRPr>
            </a:lvl5pPr>
            <a:lvl6pPr>
              <a:defRPr sz="2025" b="0">
                <a:solidFill>
                  <a:srgbClr val="DBE6DD"/>
                </a:solidFill>
                <a:latin typeface="Arial"/>
                <a:ea typeface="Arial"/>
                <a:cs typeface="Arial"/>
              </a:defRPr>
            </a:lvl6pPr>
            <a:lvl7pPr>
              <a:defRPr sz="2025" b="0">
                <a:solidFill>
                  <a:srgbClr val="DBE6DD"/>
                </a:solidFill>
                <a:latin typeface="Arial"/>
                <a:ea typeface="Arial"/>
                <a:cs typeface="Arial"/>
              </a:defRPr>
            </a:lvl7pPr>
            <a:lvl8pPr>
              <a:defRPr sz="2025" b="0">
                <a:solidFill>
                  <a:srgbClr val="DBE6DD"/>
                </a:solidFill>
                <a:latin typeface="Arial"/>
                <a:ea typeface="Arial"/>
                <a:cs typeface="Arial"/>
              </a:defRPr>
            </a:lvl8pPr>
            <a:lvl9pPr>
              <a:defRPr sz="2025" b="0">
                <a:solidFill>
                  <a:srgbClr val="DBE6DD"/>
                </a:solidFill>
                <a:latin typeface="Arial"/>
                <a:ea typeface="Arial"/>
                <a:cs typeface="Arial"/>
              </a:defRPr>
            </a:lvl9pPr>
          </a:lstStyle>
          <a:p xmlns:a="http://schemas.openxmlformats.org/drawingml/2006/main">
            <a:pPr>
              <a:defRPr sz="2025" b="0">
                <a:solidFill>
                  <a:srgbClr val="DBE6DD"/>
                </a:solidFill>
                <a:latin typeface="Arial"/>
                <a:ea typeface="Arial"/>
                <a:cs typeface="Arial"/>
              </a:defRPr>
            </a:pPr>
            <a:r>
              <a:rPr sz="2025" b="0">
                <a:solidFill>
                  <a:srgbClr val="DBE6DD"/>
                </a:solidFill>
                <a:latin typeface="Arial"/>
                <a:ea typeface="Arial"/>
                <a:cs typeface="Arial"/>
              </a:rPr>
              <a:t>“What choices does FFCS give students?” Open its source.</a:t>
            </a:r>
          </a:p>
        </p:txBody>
      </p:sp>
      <p:sp>
        <p:nvSpPr>
          <p:cNvPr id="7" name="">
            <a:extLst xmlns:a="http://schemas.openxmlformats.org/drawingml/2006/main">
              <a:ext uri="{FF2B5EF4-FFF2-40B4-BE49-F238E27FC236}">
                <a16:creationId xmlns:a16="http://schemas.microsoft.com/office/drawing/2014/main" id="{2F0B7059-3FED-467B-8C28-47CC94B46324}"/>
              </a:ext>
            </a:extLst>
          </p:cNvPr>
          <p:cNvSpPr>
            <a:spLocks xmlns:a="http://schemas.openxmlformats.org/drawingml/2006/main" noGrp="1"/>
          </p:cNvSpPr>
          <p:nvPr/>
        </p:nvSpPr>
        <p:spPr>
          <a:xfrm xmlns:a="http://schemas.openxmlformats.org/drawingml/2006/main">
            <a:off x="685800" y="35337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DBE6DD"/>
                </a:solidFill>
                <a:latin typeface="Arial"/>
                <a:ea typeface="Arial"/>
                <a:cs typeface="Arial"/>
              </a:defRPr>
            </a:defPPr>
            <a:lvl1pPr>
              <a:defRPr sz="2100" b="1">
                <a:solidFill>
                  <a:srgbClr val="DBE6DD"/>
                </a:solidFill>
                <a:latin typeface="Arial"/>
                <a:ea typeface="Arial"/>
                <a:cs typeface="Arial"/>
              </a:defRPr>
            </a:lvl1pPr>
            <a:lvl2pPr>
              <a:defRPr sz="2100" b="1">
                <a:solidFill>
                  <a:srgbClr val="DBE6DD"/>
                </a:solidFill>
                <a:latin typeface="Arial"/>
                <a:ea typeface="Arial"/>
                <a:cs typeface="Arial"/>
              </a:defRPr>
            </a:lvl2pPr>
            <a:lvl3pPr>
              <a:defRPr sz="2100" b="1">
                <a:solidFill>
                  <a:srgbClr val="DBE6DD"/>
                </a:solidFill>
                <a:latin typeface="Arial"/>
                <a:ea typeface="Arial"/>
                <a:cs typeface="Arial"/>
              </a:defRPr>
            </a:lvl3pPr>
            <a:lvl4pPr>
              <a:defRPr sz="2100" b="1">
                <a:solidFill>
                  <a:srgbClr val="DBE6DD"/>
                </a:solidFill>
                <a:latin typeface="Arial"/>
                <a:ea typeface="Arial"/>
                <a:cs typeface="Arial"/>
              </a:defRPr>
            </a:lvl4pPr>
            <a:lvl5pPr>
              <a:defRPr sz="2100" b="1">
                <a:solidFill>
                  <a:srgbClr val="DBE6DD"/>
                </a:solidFill>
                <a:latin typeface="Arial"/>
                <a:ea typeface="Arial"/>
                <a:cs typeface="Arial"/>
              </a:defRPr>
            </a:lvl5pPr>
            <a:lvl6pPr>
              <a:defRPr sz="2100" b="1">
                <a:solidFill>
                  <a:srgbClr val="DBE6DD"/>
                </a:solidFill>
                <a:latin typeface="Arial"/>
                <a:ea typeface="Arial"/>
                <a:cs typeface="Arial"/>
              </a:defRPr>
            </a:lvl6pPr>
            <a:lvl7pPr>
              <a:defRPr sz="2100" b="1">
                <a:solidFill>
                  <a:srgbClr val="DBE6DD"/>
                </a:solidFill>
                <a:latin typeface="Arial"/>
                <a:ea typeface="Arial"/>
                <a:cs typeface="Arial"/>
              </a:defRPr>
            </a:lvl7pPr>
            <a:lvl8pPr>
              <a:defRPr sz="2100" b="1">
                <a:solidFill>
                  <a:srgbClr val="DBE6DD"/>
                </a:solidFill>
                <a:latin typeface="Arial"/>
                <a:ea typeface="Arial"/>
                <a:cs typeface="Arial"/>
              </a:defRPr>
            </a:lvl8pPr>
            <a:lvl9pPr>
              <a:defRPr sz="2100" b="1">
                <a:solidFill>
                  <a:srgbClr val="DBE6DD"/>
                </a:solidFill>
                <a:latin typeface="Arial"/>
                <a:ea typeface="Arial"/>
                <a:cs typeface="Arial"/>
              </a:defRPr>
            </a:lvl9pPr>
          </a:lstStyle>
          <a:p xmlns:a="http://schemas.openxmlformats.org/drawingml/2006/main">
            <a:pPr>
              <a:defRPr sz="2100" b="1">
                <a:solidFill>
                  <a:srgbClr val="DBE6DD"/>
                </a:solidFill>
                <a:latin typeface="Arial"/>
                <a:ea typeface="Arial"/>
                <a:cs typeface="Arial"/>
              </a:defRPr>
            </a:pPr>
            <a:r>
              <a:rPr sz="2100" b="1">
                <a:solidFill>
                  <a:srgbClr val="DBE6D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2276738-B8A4-48E4-BB2B-3DA6EAEA5B86}"/>
              </a:ext>
            </a:extLst>
          </p:cNvPr>
          <p:cNvSpPr>
            <a:spLocks xmlns:a="http://schemas.openxmlformats.org/drawingml/2006/main" noGrp="1"/>
          </p:cNvSpPr>
          <p:nvPr/>
        </p:nvSpPr>
        <p:spPr>
          <a:xfrm xmlns:a="http://schemas.openxmlformats.org/drawingml/2006/main">
            <a:off x="1504950" y="353377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Continue the conversation</a:t>
            </a:r>
          </a:p>
        </p:txBody>
      </p:sp>
      <p:sp>
        <p:nvSpPr>
          <p:cNvPr id="9" name="">
            <a:extLst xmlns:a="http://schemas.openxmlformats.org/drawingml/2006/main">
              <a:ext uri="{FF2B5EF4-FFF2-40B4-BE49-F238E27FC236}">
                <a16:creationId xmlns:a16="http://schemas.microsoft.com/office/drawing/2014/main" id="{FEED8CC7-8044-4FB0-86E8-977E4D17BC92}"/>
              </a:ext>
            </a:extLst>
          </p:cNvPr>
          <p:cNvSpPr>
            <a:spLocks xmlns:a="http://schemas.openxmlformats.org/drawingml/2006/main" noGrp="1"/>
          </p:cNvSpPr>
          <p:nvPr/>
        </p:nvSpPr>
        <p:spPr>
          <a:xfrm xmlns:a="http://schemas.openxmlformats.org/drawingml/2006/main">
            <a:off x="1504950" y="4000500"/>
            <a:ext cx="981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BE6DD"/>
                </a:solidFill>
                <a:latin typeface="Arial"/>
                <a:ea typeface="Arial"/>
                <a:cs typeface="Arial"/>
              </a:defRPr>
            </a:defPPr>
            <a:lvl1pPr>
              <a:defRPr sz="2025" b="0">
                <a:solidFill>
                  <a:srgbClr val="DBE6DD"/>
                </a:solidFill>
                <a:latin typeface="Arial"/>
                <a:ea typeface="Arial"/>
                <a:cs typeface="Arial"/>
              </a:defRPr>
            </a:lvl1pPr>
            <a:lvl2pPr>
              <a:defRPr sz="2025" b="0">
                <a:solidFill>
                  <a:srgbClr val="DBE6DD"/>
                </a:solidFill>
                <a:latin typeface="Arial"/>
                <a:ea typeface="Arial"/>
                <a:cs typeface="Arial"/>
              </a:defRPr>
            </a:lvl2pPr>
            <a:lvl3pPr>
              <a:defRPr sz="2025" b="0">
                <a:solidFill>
                  <a:srgbClr val="DBE6DD"/>
                </a:solidFill>
                <a:latin typeface="Arial"/>
                <a:ea typeface="Arial"/>
                <a:cs typeface="Arial"/>
              </a:defRPr>
            </a:lvl3pPr>
            <a:lvl4pPr>
              <a:defRPr sz="2025" b="0">
                <a:solidFill>
                  <a:srgbClr val="DBE6DD"/>
                </a:solidFill>
                <a:latin typeface="Arial"/>
                <a:ea typeface="Arial"/>
                <a:cs typeface="Arial"/>
              </a:defRPr>
            </a:lvl4pPr>
            <a:lvl5pPr>
              <a:defRPr sz="2025" b="0">
                <a:solidFill>
                  <a:srgbClr val="DBE6DD"/>
                </a:solidFill>
                <a:latin typeface="Arial"/>
                <a:ea typeface="Arial"/>
                <a:cs typeface="Arial"/>
              </a:defRPr>
            </a:lvl5pPr>
            <a:lvl6pPr>
              <a:defRPr sz="2025" b="0">
                <a:solidFill>
                  <a:srgbClr val="DBE6DD"/>
                </a:solidFill>
                <a:latin typeface="Arial"/>
                <a:ea typeface="Arial"/>
                <a:cs typeface="Arial"/>
              </a:defRPr>
            </a:lvl6pPr>
            <a:lvl7pPr>
              <a:defRPr sz="2025" b="0">
                <a:solidFill>
                  <a:srgbClr val="DBE6DD"/>
                </a:solidFill>
                <a:latin typeface="Arial"/>
                <a:ea typeface="Arial"/>
                <a:cs typeface="Arial"/>
              </a:defRPr>
            </a:lvl7pPr>
            <a:lvl8pPr>
              <a:defRPr sz="2025" b="0">
                <a:solidFill>
                  <a:srgbClr val="DBE6DD"/>
                </a:solidFill>
                <a:latin typeface="Arial"/>
                <a:ea typeface="Arial"/>
                <a:cs typeface="Arial"/>
              </a:defRPr>
            </a:lvl8pPr>
            <a:lvl9pPr>
              <a:defRPr sz="2025" b="0">
                <a:solidFill>
                  <a:srgbClr val="DBE6DD"/>
                </a:solidFill>
                <a:latin typeface="Arial"/>
                <a:ea typeface="Arial"/>
                <a:cs typeface="Arial"/>
              </a:defRPr>
            </a:lvl9pPr>
          </a:lstStyle>
          <a:p xmlns:a="http://schemas.openxmlformats.org/drawingml/2006/main">
            <a:pPr>
              <a:defRPr sz="2025" b="0">
                <a:solidFill>
                  <a:srgbClr val="DBE6DD"/>
                </a:solidFill>
                <a:latin typeface="Arial"/>
                <a:ea typeface="Arial"/>
                <a:cs typeface="Arial"/>
              </a:defRPr>
            </a:pPr>
            <a:r>
              <a:rPr sz="2025" b="0">
                <a:solidFill>
                  <a:srgbClr val="DBE6DD"/>
                </a:solidFill>
                <a:latin typeface="Arial"/>
                <a:ea typeface="Arial"/>
                <a:cs typeface="Arial"/>
              </a:rPr>
              <a:t>“What choices does it give me?” Keep the same topic.</a:t>
            </a:r>
          </a:p>
        </p:txBody>
      </p:sp>
      <p:sp>
        <p:nvSpPr>
          <p:cNvPr id="10" name="">
            <a:extLst xmlns:a="http://schemas.openxmlformats.org/drawingml/2006/main">
              <a:ext uri="{FF2B5EF4-FFF2-40B4-BE49-F238E27FC236}">
                <a16:creationId xmlns:a16="http://schemas.microsoft.com/office/drawing/2014/main" id="{6430DC82-6077-4015-A34A-8A6185EA630F}"/>
              </a:ext>
            </a:extLst>
          </p:cNvPr>
          <p:cNvSpPr>
            <a:spLocks xmlns:a="http://schemas.openxmlformats.org/drawingml/2006/main" noGrp="1"/>
          </p:cNvSpPr>
          <p:nvPr/>
        </p:nvSpPr>
        <p:spPr>
          <a:xfrm xmlns:a="http://schemas.openxmlformats.org/drawingml/2006/main">
            <a:off x="685800" y="49244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DBE6DD"/>
                </a:solidFill>
                <a:latin typeface="Arial"/>
                <a:ea typeface="Arial"/>
                <a:cs typeface="Arial"/>
              </a:defRPr>
            </a:defPPr>
            <a:lvl1pPr>
              <a:defRPr sz="2100" b="1">
                <a:solidFill>
                  <a:srgbClr val="DBE6DD"/>
                </a:solidFill>
                <a:latin typeface="Arial"/>
                <a:ea typeface="Arial"/>
                <a:cs typeface="Arial"/>
              </a:defRPr>
            </a:lvl1pPr>
            <a:lvl2pPr>
              <a:defRPr sz="2100" b="1">
                <a:solidFill>
                  <a:srgbClr val="DBE6DD"/>
                </a:solidFill>
                <a:latin typeface="Arial"/>
                <a:ea typeface="Arial"/>
                <a:cs typeface="Arial"/>
              </a:defRPr>
            </a:lvl2pPr>
            <a:lvl3pPr>
              <a:defRPr sz="2100" b="1">
                <a:solidFill>
                  <a:srgbClr val="DBE6DD"/>
                </a:solidFill>
                <a:latin typeface="Arial"/>
                <a:ea typeface="Arial"/>
                <a:cs typeface="Arial"/>
              </a:defRPr>
            </a:lvl3pPr>
            <a:lvl4pPr>
              <a:defRPr sz="2100" b="1">
                <a:solidFill>
                  <a:srgbClr val="DBE6DD"/>
                </a:solidFill>
                <a:latin typeface="Arial"/>
                <a:ea typeface="Arial"/>
                <a:cs typeface="Arial"/>
              </a:defRPr>
            </a:lvl4pPr>
            <a:lvl5pPr>
              <a:defRPr sz="2100" b="1">
                <a:solidFill>
                  <a:srgbClr val="DBE6DD"/>
                </a:solidFill>
                <a:latin typeface="Arial"/>
                <a:ea typeface="Arial"/>
                <a:cs typeface="Arial"/>
              </a:defRPr>
            </a:lvl5pPr>
            <a:lvl6pPr>
              <a:defRPr sz="2100" b="1">
                <a:solidFill>
                  <a:srgbClr val="DBE6DD"/>
                </a:solidFill>
                <a:latin typeface="Arial"/>
                <a:ea typeface="Arial"/>
                <a:cs typeface="Arial"/>
              </a:defRPr>
            </a:lvl6pPr>
            <a:lvl7pPr>
              <a:defRPr sz="2100" b="1">
                <a:solidFill>
                  <a:srgbClr val="DBE6DD"/>
                </a:solidFill>
                <a:latin typeface="Arial"/>
                <a:ea typeface="Arial"/>
                <a:cs typeface="Arial"/>
              </a:defRPr>
            </a:lvl7pPr>
            <a:lvl8pPr>
              <a:defRPr sz="2100" b="1">
                <a:solidFill>
                  <a:srgbClr val="DBE6DD"/>
                </a:solidFill>
                <a:latin typeface="Arial"/>
                <a:ea typeface="Arial"/>
                <a:cs typeface="Arial"/>
              </a:defRPr>
            </a:lvl8pPr>
            <a:lvl9pPr>
              <a:defRPr sz="2100" b="1">
                <a:solidFill>
                  <a:srgbClr val="DBE6DD"/>
                </a:solidFill>
                <a:latin typeface="Arial"/>
                <a:ea typeface="Arial"/>
                <a:cs typeface="Arial"/>
              </a:defRPr>
            </a:lvl9pPr>
          </a:lstStyle>
          <a:p xmlns:a="http://schemas.openxmlformats.org/drawingml/2006/main">
            <a:pPr>
              <a:defRPr sz="2100" b="1">
                <a:solidFill>
                  <a:srgbClr val="DBE6DD"/>
                </a:solidFill>
                <a:latin typeface="Arial"/>
                <a:ea typeface="Arial"/>
                <a:cs typeface="Arial"/>
              </a:defRPr>
            </a:pPr>
            <a:r>
              <a:rPr sz="2100" b="1">
                <a:solidFill>
                  <a:srgbClr val="DBE6D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37D3BF90-D8CA-4093-BDAA-7BEA67904E11}"/>
              </a:ext>
            </a:extLst>
          </p:cNvPr>
          <p:cNvSpPr>
            <a:spLocks xmlns:a="http://schemas.openxmlformats.org/drawingml/2006/main" noGrp="1"/>
          </p:cNvSpPr>
          <p:nvPr/>
        </p:nvSpPr>
        <p:spPr>
          <a:xfrm xmlns:a="http://schemas.openxmlformats.org/drawingml/2006/main">
            <a:off x="1504950" y="49244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Show an unanswered question</a:t>
            </a:r>
          </a:p>
        </p:txBody>
      </p:sp>
      <p:sp>
        <p:nvSpPr>
          <p:cNvPr id="12" name="">
            <a:extLst xmlns:a="http://schemas.openxmlformats.org/drawingml/2006/main">
              <a:ext uri="{FF2B5EF4-FFF2-40B4-BE49-F238E27FC236}">
                <a16:creationId xmlns:a16="http://schemas.microsoft.com/office/drawing/2014/main" id="{AED8E1E0-175F-4B5B-8D4B-000613F67775}"/>
              </a:ext>
            </a:extLst>
          </p:cNvPr>
          <p:cNvSpPr>
            <a:spLocks xmlns:a="http://schemas.openxmlformats.org/drawingml/2006/main" noGrp="1"/>
          </p:cNvSpPr>
          <p:nvPr/>
        </p:nvSpPr>
        <p:spPr>
          <a:xfrm xmlns:a="http://schemas.openxmlformats.org/drawingml/2006/main">
            <a:off x="1504950" y="5391150"/>
            <a:ext cx="981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BE6DD"/>
                </a:solidFill>
                <a:latin typeface="Arial"/>
                <a:ea typeface="Arial"/>
                <a:cs typeface="Arial"/>
              </a:defRPr>
            </a:defPPr>
            <a:lvl1pPr>
              <a:defRPr sz="2025" b="0">
                <a:solidFill>
                  <a:srgbClr val="DBE6DD"/>
                </a:solidFill>
                <a:latin typeface="Arial"/>
                <a:ea typeface="Arial"/>
                <a:cs typeface="Arial"/>
              </a:defRPr>
            </a:lvl1pPr>
            <a:lvl2pPr>
              <a:defRPr sz="2025" b="0">
                <a:solidFill>
                  <a:srgbClr val="DBE6DD"/>
                </a:solidFill>
                <a:latin typeface="Arial"/>
                <a:ea typeface="Arial"/>
                <a:cs typeface="Arial"/>
              </a:defRPr>
            </a:lvl2pPr>
            <a:lvl3pPr>
              <a:defRPr sz="2025" b="0">
                <a:solidFill>
                  <a:srgbClr val="DBE6DD"/>
                </a:solidFill>
                <a:latin typeface="Arial"/>
                <a:ea typeface="Arial"/>
                <a:cs typeface="Arial"/>
              </a:defRPr>
            </a:lvl3pPr>
            <a:lvl4pPr>
              <a:defRPr sz="2025" b="0">
                <a:solidFill>
                  <a:srgbClr val="DBE6DD"/>
                </a:solidFill>
                <a:latin typeface="Arial"/>
                <a:ea typeface="Arial"/>
                <a:cs typeface="Arial"/>
              </a:defRPr>
            </a:lvl4pPr>
            <a:lvl5pPr>
              <a:defRPr sz="2025" b="0">
                <a:solidFill>
                  <a:srgbClr val="DBE6DD"/>
                </a:solidFill>
                <a:latin typeface="Arial"/>
                <a:ea typeface="Arial"/>
                <a:cs typeface="Arial"/>
              </a:defRPr>
            </a:lvl5pPr>
            <a:lvl6pPr>
              <a:defRPr sz="2025" b="0">
                <a:solidFill>
                  <a:srgbClr val="DBE6DD"/>
                </a:solidFill>
                <a:latin typeface="Arial"/>
                <a:ea typeface="Arial"/>
                <a:cs typeface="Arial"/>
              </a:defRPr>
            </a:lvl6pPr>
            <a:lvl7pPr>
              <a:defRPr sz="2025" b="0">
                <a:solidFill>
                  <a:srgbClr val="DBE6DD"/>
                </a:solidFill>
                <a:latin typeface="Arial"/>
                <a:ea typeface="Arial"/>
                <a:cs typeface="Arial"/>
              </a:defRPr>
            </a:lvl7pPr>
            <a:lvl8pPr>
              <a:defRPr sz="2025" b="0">
                <a:solidFill>
                  <a:srgbClr val="DBE6DD"/>
                </a:solidFill>
                <a:latin typeface="Arial"/>
                <a:ea typeface="Arial"/>
                <a:cs typeface="Arial"/>
              </a:defRPr>
            </a:lvl8pPr>
            <a:lvl9pPr>
              <a:defRPr sz="2025" b="0">
                <a:solidFill>
                  <a:srgbClr val="DBE6DD"/>
                </a:solidFill>
                <a:latin typeface="Arial"/>
                <a:ea typeface="Arial"/>
                <a:cs typeface="Arial"/>
              </a:defRPr>
            </a:lvl9pPr>
          </a:lstStyle>
          <a:p xmlns:a="http://schemas.openxmlformats.org/drawingml/2006/main">
            <a:pPr>
              <a:defRPr sz="2025" b="0">
                <a:solidFill>
                  <a:srgbClr val="DBE6DD"/>
                </a:solidFill>
                <a:latin typeface="Arial"/>
                <a:ea typeface="Arial"/>
                <a:cs typeface="Arial"/>
              </a:defRPr>
            </a:pPr>
            <a:r>
              <a:rPr sz="2025" b="0">
                <a:solidFill>
                  <a:srgbClr val="DBE6DD"/>
                </a:solidFill>
                <a:latin typeface="Arial"/>
                <a:ea typeface="Arial"/>
                <a:cs typeface="Arial"/>
              </a:rPr>
              <a:t>Ask for personal attendance, then show the ticket-consent offer.</a:t>
            </a:r>
          </a:p>
        </p:txBody>
      </p:sp>
    </p:spTree>
    <p:extLst>
      <p:ext uri="{BB962C8B-B14F-4D97-AF65-F5344CB8AC3E}">
        <p14:creationId xmlns:p14="http://schemas.microsoft.com/office/powerpoint/2010/main" val="1041473258"/>
      </p:ext>
    </p:extLst>
  </p:cSld>
</p:sld>
</file>

<file path=ppt/slides/slide8.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FFE441-FAD6-4241-BFD7-1790BEF8ADBD}"/>
              </a:ext>
            </a:extLst>
          </p:cNvPr>
          <p:cNvSpPr>
            <a:spLocks xmlns:a="http://schemas.openxmlformats.org/drawingml/2006/main" noGrp="1"/>
          </p:cNvSpPr>
          <p:nvPr/>
        </p:nvSpPr>
        <p:spPr>
          <a:xfrm xmlns:a="http://schemas.openxmlformats.org/drawingml/2006/main">
            <a:off x="685800" y="361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06  CURRENT SCOPE</a:t>
            </a:r>
          </a:p>
        </p:txBody>
      </p:sp>
      <p:sp>
        <p:nvSpPr>
          <p:cNvPr id="2" name="">
            <a:extLst xmlns:a="http://schemas.openxmlformats.org/drawingml/2006/main">
              <a:ext uri="{FF2B5EF4-FFF2-40B4-BE49-F238E27FC236}">
                <a16:creationId xmlns:a16="http://schemas.microsoft.com/office/drawing/2014/main" id="{2BF63C3E-1F5C-49FA-8364-F6C436A5A3E9}"/>
              </a:ext>
            </a:extLst>
          </p:cNvPr>
          <p:cNvSpPr>
            <a:spLocks xmlns:a="http://schemas.openxmlformats.org/drawingml/2006/main" noGrp="1"/>
          </p:cNvSpPr>
          <p:nvPr/>
        </p:nvSpPr>
        <p:spPr>
          <a:xfrm xmlns:a="http://schemas.openxmlformats.org/drawingml/2006/main">
            <a:off x="685800" y="952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What the current version can cover</a:t>
            </a:r>
          </a:p>
        </p:txBody>
      </p:sp>
      <p:sp>
        <p:nvSpPr>
          <p:cNvPr id="3" name="">
            <a:extLst xmlns:a="http://schemas.openxmlformats.org/drawingml/2006/main">
              <a:ext uri="{FF2B5EF4-FFF2-40B4-BE49-F238E27FC236}">
                <a16:creationId xmlns:a16="http://schemas.microsoft.com/office/drawing/2014/main" id="{60FFDF8A-83AF-4560-801E-2330E3A6718D}"/>
              </a:ext>
            </a:extLst>
          </p:cNvPr>
          <p:cNvSpPr>
            <a:spLocks xmlns:a="http://schemas.openxmlformats.org/drawingml/2006/main" noGrp="1"/>
          </p:cNvSpPr>
          <p:nvPr/>
        </p:nvSpPr>
        <p:spPr>
          <a:xfrm xmlns:a="http://schemas.openxmlformats.org/drawingml/2006/main">
            <a:off x="685800" y="641985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08</a:t>
            </a:r>
          </a:p>
        </p:txBody>
      </p:sp>
      <p:sp>
        <p:nvSpPr>
          <p:cNvPr id="4" name="">
            <a:extLst xmlns:a="http://schemas.openxmlformats.org/drawingml/2006/main">
              <a:ext uri="{FF2B5EF4-FFF2-40B4-BE49-F238E27FC236}">
                <a16:creationId xmlns:a16="http://schemas.microsoft.com/office/drawing/2014/main" id="{61968C1D-326C-42FE-9331-1D82711EC04B}"/>
              </a:ext>
            </a:extLst>
          </p:cNvPr>
          <p:cNvSpPr>
            <a:spLocks xmlns:a="http://schemas.openxmlformats.org/drawingml/2006/main" noGrp="1"/>
          </p:cNvSpPr>
          <p:nvPr/>
        </p:nvSpPr>
        <p:spPr>
          <a:xfrm xmlns:a="http://schemas.openxmlformats.org/drawingml/2006/main">
            <a:off x="685800" y="22764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294F40"/>
                </a:solidFill>
                <a:latin typeface="Arial"/>
                <a:ea typeface="Arial"/>
                <a:cs typeface="Arial"/>
              </a:defRPr>
            </a:defPPr>
            <a:lvl1pPr>
              <a:defRPr sz="2475" b="1">
                <a:solidFill>
                  <a:srgbClr val="294F40"/>
                </a:solidFill>
                <a:latin typeface="Arial"/>
                <a:ea typeface="Arial"/>
                <a:cs typeface="Arial"/>
              </a:defRPr>
            </a:lvl1pPr>
            <a:lvl2pPr>
              <a:defRPr sz="2475" b="1">
                <a:solidFill>
                  <a:srgbClr val="294F40"/>
                </a:solidFill>
                <a:latin typeface="Arial"/>
                <a:ea typeface="Arial"/>
                <a:cs typeface="Arial"/>
              </a:defRPr>
            </a:lvl2pPr>
            <a:lvl3pPr>
              <a:defRPr sz="2475" b="1">
                <a:solidFill>
                  <a:srgbClr val="294F40"/>
                </a:solidFill>
                <a:latin typeface="Arial"/>
                <a:ea typeface="Arial"/>
                <a:cs typeface="Arial"/>
              </a:defRPr>
            </a:lvl3pPr>
            <a:lvl4pPr>
              <a:defRPr sz="2475" b="1">
                <a:solidFill>
                  <a:srgbClr val="294F40"/>
                </a:solidFill>
                <a:latin typeface="Arial"/>
                <a:ea typeface="Arial"/>
                <a:cs typeface="Arial"/>
              </a:defRPr>
            </a:lvl4pPr>
            <a:lvl5pPr>
              <a:defRPr sz="2475" b="1">
                <a:solidFill>
                  <a:srgbClr val="294F40"/>
                </a:solidFill>
                <a:latin typeface="Arial"/>
                <a:ea typeface="Arial"/>
                <a:cs typeface="Arial"/>
              </a:defRPr>
            </a:lvl5pPr>
            <a:lvl6pPr>
              <a:defRPr sz="2475" b="1">
                <a:solidFill>
                  <a:srgbClr val="294F40"/>
                </a:solidFill>
                <a:latin typeface="Arial"/>
                <a:ea typeface="Arial"/>
                <a:cs typeface="Arial"/>
              </a:defRPr>
            </a:lvl6pPr>
            <a:lvl7pPr>
              <a:defRPr sz="2475" b="1">
                <a:solidFill>
                  <a:srgbClr val="294F40"/>
                </a:solidFill>
                <a:latin typeface="Arial"/>
                <a:ea typeface="Arial"/>
                <a:cs typeface="Arial"/>
              </a:defRPr>
            </a:lvl7pPr>
            <a:lvl8pPr>
              <a:defRPr sz="2475" b="1">
                <a:solidFill>
                  <a:srgbClr val="294F40"/>
                </a:solidFill>
                <a:latin typeface="Arial"/>
                <a:ea typeface="Arial"/>
                <a:cs typeface="Arial"/>
              </a:defRPr>
            </a:lvl8pPr>
            <a:lvl9pPr>
              <a:defRPr sz="2475" b="1">
                <a:solidFill>
                  <a:srgbClr val="294F40"/>
                </a:solidFill>
                <a:latin typeface="Arial"/>
                <a:ea typeface="Arial"/>
                <a:cs typeface="Arial"/>
              </a:defRPr>
            </a:lvl9pPr>
          </a:lstStyle>
          <a:p xmlns:a="http://schemas.openxmlformats.org/drawingml/2006/main">
            <a:pPr>
              <a:defRPr sz="2475" b="1">
                <a:solidFill>
                  <a:srgbClr val="294F40"/>
                </a:solidFill>
                <a:latin typeface="Arial"/>
                <a:ea typeface="Arial"/>
                <a:cs typeface="Arial"/>
              </a:defRPr>
            </a:pPr>
            <a:r>
              <a:rPr sz="2475" b="1">
                <a:solidFill>
                  <a:srgbClr val="294F40"/>
                </a:solidFill>
                <a:latin typeface="Arial"/>
                <a:ea typeface="Arial"/>
                <a:cs typeface="Arial"/>
              </a:rPr>
              <a:t>Public campus information</a:t>
            </a:r>
          </a:p>
        </p:txBody>
      </p:sp>
      <p:sp>
        <p:nvSpPr>
          <p:cNvPr id="5" name="">
            <a:extLst xmlns:a="http://schemas.openxmlformats.org/drawingml/2006/main">
              <a:ext uri="{FF2B5EF4-FFF2-40B4-BE49-F238E27FC236}">
                <a16:creationId xmlns:a16="http://schemas.microsoft.com/office/drawing/2014/main" id="{8B3A5EEF-C5AD-4738-A244-D8378DE0C63C}"/>
              </a:ext>
            </a:extLst>
          </p:cNvPr>
          <p:cNvSpPr>
            <a:spLocks xmlns:a="http://schemas.openxmlformats.org/drawingml/2006/main" noGrp="1"/>
          </p:cNvSpPr>
          <p:nvPr/>
        </p:nvSpPr>
        <p:spPr>
          <a:xfrm xmlns:a="http://schemas.openxmlformats.org/drawingml/2006/main">
            <a:off x="685800" y="3009900"/>
            <a:ext cx="5143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2B27"/>
                </a:solidFill>
                <a:latin typeface="Arial"/>
                <a:ea typeface="Arial"/>
                <a:cs typeface="Arial"/>
              </a:defRPr>
            </a:defPPr>
            <a:lvl1pPr>
              <a:defRPr sz="2175" b="0">
                <a:solidFill>
                  <a:srgbClr val="232B27"/>
                </a:solidFill>
                <a:latin typeface="Arial"/>
                <a:ea typeface="Arial"/>
                <a:cs typeface="Arial"/>
              </a:defRPr>
            </a:lvl1pPr>
            <a:lvl2pPr>
              <a:defRPr sz="2175" b="0">
                <a:solidFill>
                  <a:srgbClr val="232B27"/>
                </a:solidFill>
                <a:latin typeface="Arial"/>
                <a:ea typeface="Arial"/>
                <a:cs typeface="Arial"/>
              </a:defRPr>
            </a:lvl2pPr>
            <a:lvl3pPr>
              <a:defRPr sz="2175" b="0">
                <a:solidFill>
                  <a:srgbClr val="232B27"/>
                </a:solidFill>
                <a:latin typeface="Arial"/>
                <a:ea typeface="Arial"/>
                <a:cs typeface="Arial"/>
              </a:defRPr>
            </a:lvl3pPr>
            <a:lvl4pPr>
              <a:defRPr sz="2175" b="0">
                <a:solidFill>
                  <a:srgbClr val="232B27"/>
                </a:solidFill>
                <a:latin typeface="Arial"/>
                <a:ea typeface="Arial"/>
                <a:cs typeface="Arial"/>
              </a:defRPr>
            </a:lvl4pPr>
            <a:lvl5pPr>
              <a:defRPr sz="2175" b="0">
                <a:solidFill>
                  <a:srgbClr val="232B27"/>
                </a:solidFill>
                <a:latin typeface="Arial"/>
                <a:ea typeface="Arial"/>
                <a:cs typeface="Arial"/>
              </a:defRPr>
            </a:lvl5pPr>
            <a:lvl6pPr>
              <a:defRPr sz="2175" b="0">
                <a:solidFill>
                  <a:srgbClr val="232B27"/>
                </a:solidFill>
                <a:latin typeface="Arial"/>
                <a:ea typeface="Arial"/>
                <a:cs typeface="Arial"/>
              </a:defRPr>
            </a:lvl6pPr>
            <a:lvl7pPr>
              <a:defRPr sz="2175" b="0">
                <a:solidFill>
                  <a:srgbClr val="232B27"/>
                </a:solidFill>
                <a:latin typeface="Arial"/>
                <a:ea typeface="Arial"/>
                <a:cs typeface="Arial"/>
              </a:defRPr>
            </a:lvl7pPr>
            <a:lvl8pPr>
              <a:defRPr sz="2175" b="0">
                <a:solidFill>
                  <a:srgbClr val="232B27"/>
                </a:solidFill>
                <a:latin typeface="Arial"/>
                <a:ea typeface="Arial"/>
                <a:cs typeface="Arial"/>
              </a:defRPr>
            </a:lvl8pPr>
            <a:lvl9pPr>
              <a:defRPr sz="2175" b="0">
                <a:solidFill>
                  <a:srgbClr val="232B27"/>
                </a:solidFill>
                <a:latin typeface="Arial"/>
                <a:ea typeface="Arial"/>
                <a:cs typeface="Arial"/>
              </a:defRPr>
            </a:lvl9pPr>
          </a:lstStyle>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Academics and library services</a:t>
            </a:r>
          </a:p>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Hostel information and procedures</a:t>
            </a:r>
          </a:p>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Student welfare and public contacts</a:t>
            </a:r>
          </a:p>
        </p:txBody>
      </p:sp>
      <p:sp>
        <p:nvSpPr>
          <p:cNvPr id="6" name="">
            <a:extLst xmlns:a="http://schemas.openxmlformats.org/drawingml/2006/main">
              <a:ext uri="{FF2B5EF4-FFF2-40B4-BE49-F238E27FC236}">
                <a16:creationId xmlns:a16="http://schemas.microsoft.com/office/drawing/2014/main" id="{CF70F855-ADE9-4EA0-AC3F-9685833D2128}"/>
              </a:ext>
            </a:extLst>
          </p:cNvPr>
          <p:cNvSpPr>
            <a:spLocks xmlns:a="http://schemas.openxmlformats.org/drawingml/2006/main" noGrp="1"/>
          </p:cNvSpPr>
          <p:nvPr/>
        </p:nvSpPr>
        <p:spPr>
          <a:xfrm xmlns:a="http://schemas.openxmlformats.org/drawingml/2006/main">
            <a:off x="6591300" y="22764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294F40"/>
                </a:solidFill>
                <a:latin typeface="Arial"/>
                <a:ea typeface="Arial"/>
                <a:cs typeface="Arial"/>
              </a:defRPr>
            </a:defPPr>
            <a:lvl1pPr>
              <a:defRPr sz="2475" b="1">
                <a:solidFill>
                  <a:srgbClr val="294F40"/>
                </a:solidFill>
                <a:latin typeface="Arial"/>
                <a:ea typeface="Arial"/>
                <a:cs typeface="Arial"/>
              </a:defRPr>
            </a:lvl1pPr>
            <a:lvl2pPr>
              <a:defRPr sz="2475" b="1">
                <a:solidFill>
                  <a:srgbClr val="294F40"/>
                </a:solidFill>
                <a:latin typeface="Arial"/>
                <a:ea typeface="Arial"/>
                <a:cs typeface="Arial"/>
              </a:defRPr>
            </a:lvl2pPr>
            <a:lvl3pPr>
              <a:defRPr sz="2475" b="1">
                <a:solidFill>
                  <a:srgbClr val="294F40"/>
                </a:solidFill>
                <a:latin typeface="Arial"/>
                <a:ea typeface="Arial"/>
                <a:cs typeface="Arial"/>
              </a:defRPr>
            </a:lvl3pPr>
            <a:lvl4pPr>
              <a:defRPr sz="2475" b="1">
                <a:solidFill>
                  <a:srgbClr val="294F40"/>
                </a:solidFill>
                <a:latin typeface="Arial"/>
                <a:ea typeface="Arial"/>
                <a:cs typeface="Arial"/>
              </a:defRPr>
            </a:lvl4pPr>
            <a:lvl5pPr>
              <a:defRPr sz="2475" b="1">
                <a:solidFill>
                  <a:srgbClr val="294F40"/>
                </a:solidFill>
                <a:latin typeface="Arial"/>
                <a:ea typeface="Arial"/>
                <a:cs typeface="Arial"/>
              </a:defRPr>
            </a:lvl5pPr>
            <a:lvl6pPr>
              <a:defRPr sz="2475" b="1">
                <a:solidFill>
                  <a:srgbClr val="294F40"/>
                </a:solidFill>
                <a:latin typeface="Arial"/>
                <a:ea typeface="Arial"/>
                <a:cs typeface="Arial"/>
              </a:defRPr>
            </a:lvl6pPr>
            <a:lvl7pPr>
              <a:defRPr sz="2475" b="1">
                <a:solidFill>
                  <a:srgbClr val="294F40"/>
                </a:solidFill>
                <a:latin typeface="Arial"/>
                <a:ea typeface="Arial"/>
                <a:cs typeface="Arial"/>
              </a:defRPr>
            </a:lvl7pPr>
            <a:lvl8pPr>
              <a:defRPr sz="2475" b="1">
                <a:solidFill>
                  <a:srgbClr val="294F40"/>
                </a:solidFill>
                <a:latin typeface="Arial"/>
                <a:ea typeface="Arial"/>
                <a:cs typeface="Arial"/>
              </a:defRPr>
            </a:lvl8pPr>
            <a:lvl9pPr>
              <a:defRPr sz="2475" b="1">
                <a:solidFill>
                  <a:srgbClr val="294F40"/>
                </a:solidFill>
                <a:latin typeface="Arial"/>
                <a:ea typeface="Arial"/>
                <a:cs typeface="Arial"/>
              </a:defRPr>
            </a:lvl9pPr>
          </a:lstStyle>
          <a:p xmlns:a="http://schemas.openxmlformats.org/drawingml/2006/main">
            <a:pPr>
              <a:defRPr sz="2475" b="1">
                <a:solidFill>
                  <a:srgbClr val="294F40"/>
                </a:solidFill>
                <a:latin typeface="Arial"/>
                <a:ea typeface="Arial"/>
                <a:cs typeface="Arial"/>
              </a:defRPr>
            </a:pPr>
            <a:r>
              <a:rPr sz="2475" b="1">
                <a:solidFill>
                  <a:srgbClr val="294F40"/>
                </a:solidFill>
                <a:latin typeface="Arial"/>
                <a:ea typeface="Arial"/>
                <a:cs typeface="Arial"/>
              </a:rPr>
              <a:t>Current limitations</a:t>
            </a:r>
          </a:p>
        </p:txBody>
      </p:sp>
      <p:sp>
        <p:nvSpPr>
          <p:cNvPr id="7" name="">
            <a:extLst xmlns:a="http://schemas.openxmlformats.org/drawingml/2006/main">
              <a:ext uri="{FF2B5EF4-FFF2-40B4-BE49-F238E27FC236}">
                <a16:creationId xmlns:a16="http://schemas.microsoft.com/office/drawing/2014/main" id="{FC4774CC-D869-410A-8E88-A198D21CB763}"/>
              </a:ext>
            </a:extLst>
          </p:cNvPr>
          <p:cNvSpPr>
            <a:spLocks xmlns:a="http://schemas.openxmlformats.org/drawingml/2006/main" noGrp="1"/>
          </p:cNvSpPr>
          <p:nvPr/>
        </p:nvSpPr>
        <p:spPr>
          <a:xfrm xmlns:a="http://schemas.openxmlformats.org/drawingml/2006/main">
            <a:off x="6591300" y="3009900"/>
            <a:ext cx="4953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32B27"/>
                </a:solidFill>
                <a:latin typeface="Arial"/>
                <a:ea typeface="Arial"/>
                <a:cs typeface="Arial"/>
              </a:defRPr>
            </a:defPPr>
            <a:lvl1pPr>
              <a:defRPr sz="2175" b="0">
                <a:solidFill>
                  <a:srgbClr val="232B27"/>
                </a:solidFill>
                <a:latin typeface="Arial"/>
                <a:ea typeface="Arial"/>
                <a:cs typeface="Arial"/>
              </a:defRPr>
            </a:lvl1pPr>
            <a:lvl2pPr>
              <a:defRPr sz="2175" b="0">
                <a:solidFill>
                  <a:srgbClr val="232B27"/>
                </a:solidFill>
                <a:latin typeface="Arial"/>
                <a:ea typeface="Arial"/>
                <a:cs typeface="Arial"/>
              </a:defRPr>
            </a:lvl2pPr>
            <a:lvl3pPr>
              <a:defRPr sz="2175" b="0">
                <a:solidFill>
                  <a:srgbClr val="232B27"/>
                </a:solidFill>
                <a:latin typeface="Arial"/>
                <a:ea typeface="Arial"/>
                <a:cs typeface="Arial"/>
              </a:defRPr>
            </a:lvl3pPr>
            <a:lvl4pPr>
              <a:defRPr sz="2175" b="0">
                <a:solidFill>
                  <a:srgbClr val="232B27"/>
                </a:solidFill>
                <a:latin typeface="Arial"/>
                <a:ea typeface="Arial"/>
                <a:cs typeface="Arial"/>
              </a:defRPr>
            </a:lvl4pPr>
            <a:lvl5pPr>
              <a:defRPr sz="2175" b="0">
                <a:solidFill>
                  <a:srgbClr val="232B27"/>
                </a:solidFill>
                <a:latin typeface="Arial"/>
                <a:ea typeface="Arial"/>
                <a:cs typeface="Arial"/>
              </a:defRPr>
            </a:lvl5pPr>
            <a:lvl6pPr>
              <a:defRPr sz="2175" b="0">
                <a:solidFill>
                  <a:srgbClr val="232B27"/>
                </a:solidFill>
                <a:latin typeface="Arial"/>
                <a:ea typeface="Arial"/>
                <a:cs typeface="Arial"/>
              </a:defRPr>
            </a:lvl6pPr>
            <a:lvl7pPr>
              <a:defRPr sz="2175" b="0">
                <a:solidFill>
                  <a:srgbClr val="232B27"/>
                </a:solidFill>
                <a:latin typeface="Arial"/>
                <a:ea typeface="Arial"/>
                <a:cs typeface="Arial"/>
              </a:defRPr>
            </a:lvl7pPr>
            <a:lvl8pPr>
              <a:defRPr sz="2175" b="0">
                <a:solidFill>
                  <a:srgbClr val="232B27"/>
                </a:solidFill>
                <a:latin typeface="Arial"/>
                <a:ea typeface="Arial"/>
                <a:cs typeface="Arial"/>
              </a:defRPr>
            </a:lvl8pPr>
            <a:lvl9pPr>
              <a:defRPr sz="2175" b="0">
                <a:solidFill>
                  <a:srgbClr val="232B27"/>
                </a:solidFill>
                <a:latin typeface="Arial"/>
                <a:ea typeface="Arial"/>
                <a:cs typeface="Arial"/>
              </a:defRPr>
            </a:lvl9pPr>
          </a:lstStyle>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No private VTOP records or live availability</a:t>
            </a:r>
          </a:p>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No personal account history across logins</a:t>
            </a:r>
          </a:p>
          <a:p xmlns:a="http://schemas.openxmlformats.org/drawingml/2006/main">
            <a:pPr>
              <a:defRPr sz="2175" b="0">
                <a:solidFill>
                  <a:srgbClr val="232B27"/>
                </a:solidFill>
                <a:latin typeface="Arial"/>
                <a:ea typeface="Arial"/>
                <a:cs typeface="Arial"/>
              </a:defRPr>
            </a:pPr>
            <a:r>
              <a:rPr sz="2175" b="0">
                <a:solidFill>
                  <a:srgbClr val="232B27"/>
                </a:solidFill>
                <a:latin typeface="Arial"/>
                <a:ea typeface="Arial"/>
                <a:cs typeface="Arial"/>
              </a:rPr>
              <a:t>No live replies from staff yet</a:t>
            </a:r>
          </a:p>
        </p:txBody>
      </p:sp>
      <p:sp>
        <p:nvSpPr>
          <p:cNvPr id="8" name="">
            <a:extLst xmlns:a="http://schemas.openxmlformats.org/drawingml/2006/main">
              <a:ext uri="{FF2B5EF4-FFF2-40B4-BE49-F238E27FC236}">
                <a16:creationId xmlns:a16="http://schemas.microsoft.com/office/drawing/2014/main" id="{960E89A1-3201-48F9-9E04-DCABB9E2A86C}"/>
              </a:ext>
            </a:extLst>
          </p:cNvPr>
          <p:cNvSpPr>
            <a:spLocks xmlns:a="http://schemas.openxmlformats.org/drawingml/2006/main" noGrp="1"/>
          </p:cNvSpPr>
          <p:nvPr/>
        </p:nvSpPr>
        <p:spPr>
          <a:xfrm xmlns:a="http://schemas.openxmlformats.org/drawingml/2006/main">
            <a:off x="685800" y="55245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06861"/>
                </a:solidFill>
                <a:latin typeface="Arial"/>
                <a:ea typeface="Arial"/>
                <a:cs typeface="Arial"/>
              </a:defRPr>
            </a:defPPr>
            <a:lvl1pPr>
              <a:defRPr sz="2025" b="0">
                <a:solidFill>
                  <a:srgbClr val="606861"/>
                </a:solidFill>
                <a:latin typeface="Arial"/>
                <a:ea typeface="Arial"/>
                <a:cs typeface="Arial"/>
              </a:defRPr>
            </a:lvl1pPr>
            <a:lvl2pPr>
              <a:defRPr sz="2025" b="0">
                <a:solidFill>
                  <a:srgbClr val="606861"/>
                </a:solidFill>
                <a:latin typeface="Arial"/>
                <a:ea typeface="Arial"/>
                <a:cs typeface="Arial"/>
              </a:defRPr>
            </a:lvl2pPr>
            <a:lvl3pPr>
              <a:defRPr sz="2025" b="0">
                <a:solidFill>
                  <a:srgbClr val="606861"/>
                </a:solidFill>
                <a:latin typeface="Arial"/>
                <a:ea typeface="Arial"/>
                <a:cs typeface="Arial"/>
              </a:defRPr>
            </a:lvl3pPr>
            <a:lvl4pPr>
              <a:defRPr sz="2025" b="0">
                <a:solidFill>
                  <a:srgbClr val="606861"/>
                </a:solidFill>
                <a:latin typeface="Arial"/>
                <a:ea typeface="Arial"/>
                <a:cs typeface="Arial"/>
              </a:defRPr>
            </a:lvl4pPr>
            <a:lvl5pPr>
              <a:defRPr sz="2025" b="0">
                <a:solidFill>
                  <a:srgbClr val="606861"/>
                </a:solidFill>
                <a:latin typeface="Arial"/>
                <a:ea typeface="Arial"/>
                <a:cs typeface="Arial"/>
              </a:defRPr>
            </a:lvl5pPr>
            <a:lvl6pPr>
              <a:defRPr sz="2025" b="0">
                <a:solidFill>
                  <a:srgbClr val="606861"/>
                </a:solidFill>
                <a:latin typeface="Arial"/>
                <a:ea typeface="Arial"/>
                <a:cs typeface="Arial"/>
              </a:defRPr>
            </a:lvl6pPr>
            <a:lvl7pPr>
              <a:defRPr sz="2025" b="0">
                <a:solidFill>
                  <a:srgbClr val="606861"/>
                </a:solidFill>
                <a:latin typeface="Arial"/>
                <a:ea typeface="Arial"/>
                <a:cs typeface="Arial"/>
              </a:defRPr>
            </a:lvl7pPr>
            <a:lvl8pPr>
              <a:defRPr sz="2025" b="0">
                <a:solidFill>
                  <a:srgbClr val="606861"/>
                </a:solidFill>
                <a:latin typeface="Arial"/>
                <a:ea typeface="Arial"/>
                <a:cs typeface="Arial"/>
              </a:defRPr>
            </a:lvl8pPr>
            <a:lvl9pPr>
              <a:defRPr sz="2025" b="0">
                <a:solidFill>
                  <a:srgbClr val="606861"/>
                </a:solidFill>
                <a:latin typeface="Arial"/>
                <a:ea typeface="Arial"/>
                <a:cs typeface="Arial"/>
              </a:defRPr>
            </a:lvl9pPr>
          </a:lstStyle>
          <a:p xmlns:a="http://schemas.openxmlformats.org/drawingml/2006/main">
            <a:pPr>
              <a:defRPr sz="2025" b="0">
                <a:solidFill>
                  <a:srgbClr val="606861"/>
                </a:solidFill>
                <a:latin typeface="Arial"/>
                <a:ea typeface="Arial"/>
                <a:cs typeface="Arial"/>
              </a:defRPr>
            </a:pPr>
            <a:r>
              <a:rPr sz="2025" b="0">
                <a:solidFill>
                  <a:srgbClr val="606861"/>
                </a:solidFill>
                <a:latin typeface="Arial"/>
                <a:ea typeface="Arial"/>
                <a:cs typeface="Arial"/>
              </a:rPr>
              <a:t>Policy dates and programme scope still need attention.</a:t>
            </a:r>
          </a:p>
        </p:txBody>
      </p:sp>
    </p:spTree>
    <p:extLst>
      <p:ext uri="{BB962C8B-B14F-4D97-AF65-F5344CB8AC3E}">
        <p14:creationId xmlns:p14="http://schemas.microsoft.com/office/powerpoint/2010/main" val="990877955"/>
      </p:ext>
    </p:extLst>
  </p:cSld>
</p:sld>
</file>

<file path=ppt/slides/slide9.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F60CB9D-E07D-4852-99C1-61018FC8C7DA}"/>
              </a:ext>
            </a:extLst>
          </p:cNvPr>
          <p:cNvSpPr>
            <a:spLocks xmlns:a="http://schemas.openxmlformats.org/drawingml/2006/main" noGrp="1"/>
          </p:cNvSpPr>
          <p:nvPr/>
        </p:nvSpPr>
        <p:spPr>
          <a:xfrm xmlns:a="http://schemas.openxmlformats.org/drawingml/2006/main">
            <a:off x="685800" y="361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07  FUTURE SCOPE  /  PROPOSED</a:t>
            </a:r>
          </a:p>
        </p:txBody>
      </p:sp>
      <p:sp>
        <p:nvSpPr>
          <p:cNvPr id="2" name="">
            <a:extLst xmlns:a="http://schemas.openxmlformats.org/drawingml/2006/main">
              <a:ext uri="{FF2B5EF4-FFF2-40B4-BE49-F238E27FC236}">
                <a16:creationId xmlns:a16="http://schemas.microsoft.com/office/drawing/2014/main" id="{C0AC75B3-9C22-4902-96AB-E4FFFC33073C}"/>
              </a:ext>
            </a:extLst>
          </p:cNvPr>
          <p:cNvSpPr>
            <a:spLocks xmlns:a="http://schemas.openxmlformats.org/drawingml/2006/main" noGrp="1"/>
          </p:cNvSpPr>
          <p:nvPr/>
        </p:nvSpPr>
        <p:spPr>
          <a:xfrm xmlns:a="http://schemas.openxmlformats.org/drawingml/2006/main">
            <a:off x="685800" y="952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Two accounts and saved conversations</a:t>
            </a:r>
          </a:p>
        </p:txBody>
      </p:sp>
      <p:sp>
        <p:nvSpPr>
          <p:cNvPr id="3" name="">
            <a:extLst xmlns:a="http://schemas.openxmlformats.org/drawingml/2006/main">
              <a:ext uri="{FF2B5EF4-FFF2-40B4-BE49-F238E27FC236}">
                <a16:creationId xmlns:a16="http://schemas.microsoft.com/office/drawing/2014/main" id="{780A67C1-B629-407E-82E8-C7B376363EC2}"/>
              </a:ext>
            </a:extLst>
          </p:cNvPr>
          <p:cNvSpPr>
            <a:spLocks xmlns:a="http://schemas.openxmlformats.org/drawingml/2006/main" noGrp="1"/>
          </p:cNvSpPr>
          <p:nvPr/>
        </p:nvSpPr>
        <p:spPr>
          <a:xfrm xmlns:a="http://schemas.openxmlformats.org/drawingml/2006/main">
            <a:off x="685800" y="641985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09</a:t>
            </a:r>
          </a:p>
        </p:txBody>
      </p:sp>
      <p:sp>
        <p:nvSpPr>
          <p:cNvPr id="4" name="">
            <a:extLst xmlns:a="http://schemas.openxmlformats.org/drawingml/2006/main">
              <a:ext uri="{FF2B5EF4-FFF2-40B4-BE49-F238E27FC236}">
                <a16:creationId xmlns:a16="http://schemas.microsoft.com/office/drawing/2014/main" id="{E94B200A-87E0-44EA-80FF-6CBF0983A044}"/>
              </a:ext>
            </a:extLst>
          </p:cNvPr>
          <p:cNvSpPr>
            <a:spLocks xmlns:a="http://schemas.openxmlformats.org/drawingml/2006/main" noGrp="1"/>
          </p:cNvSpPr>
          <p:nvPr/>
        </p:nvSpPr>
        <p:spPr>
          <a:xfrm xmlns:a="http://schemas.openxmlformats.org/drawingml/2006/main">
            <a:off x="685800" y="21431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4F40"/>
                </a:solidFill>
                <a:latin typeface="Arial"/>
                <a:ea typeface="Arial"/>
                <a:cs typeface="Arial"/>
              </a:defRPr>
            </a:defPPr>
            <a:lvl1pPr>
              <a:defRPr sz="2100" b="1">
                <a:solidFill>
                  <a:srgbClr val="294F40"/>
                </a:solidFill>
                <a:latin typeface="Arial"/>
                <a:ea typeface="Arial"/>
                <a:cs typeface="Arial"/>
              </a:defRPr>
            </a:lvl1pPr>
            <a:lvl2pPr>
              <a:defRPr sz="2100" b="1">
                <a:solidFill>
                  <a:srgbClr val="294F40"/>
                </a:solidFill>
                <a:latin typeface="Arial"/>
                <a:ea typeface="Arial"/>
                <a:cs typeface="Arial"/>
              </a:defRPr>
            </a:lvl2pPr>
            <a:lvl3pPr>
              <a:defRPr sz="2100" b="1">
                <a:solidFill>
                  <a:srgbClr val="294F40"/>
                </a:solidFill>
                <a:latin typeface="Arial"/>
                <a:ea typeface="Arial"/>
                <a:cs typeface="Arial"/>
              </a:defRPr>
            </a:lvl3pPr>
            <a:lvl4pPr>
              <a:defRPr sz="2100" b="1">
                <a:solidFill>
                  <a:srgbClr val="294F40"/>
                </a:solidFill>
                <a:latin typeface="Arial"/>
                <a:ea typeface="Arial"/>
                <a:cs typeface="Arial"/>
              </a:defRPr>
            </a:lvl4pPr>
            <a:lvl5pPr>
              <a:defRPr sz="2100" b="1">
                <a:solidFill>
                  <a:srgbClr val="294F40"/>
                </a:solidFill>
                <a:latin typeface="Arial"/>
                <a:ea typeface="Arial"/>
                <a:cs typeface="Arial"/>
              </a:defRPr>
            </a:lvl5pPr>
            <a:lvl6pPr>
              <a:defRPr sz="2100" b="1">
                <a:solidFill>
                  <a:srgbClr val="294F40"/>
                </a:solidFill>
                <a:latin typeface="Arial"/>
                <a:ea typeface="Arial"/>
                <a:cs typeface="Arial"/>
              </a:defRPr>
            </a:lvl6pPr>
            <a:lvl7pPr>
              <a:defRPr sz="2100" b="1">
                <a:solidFill>
                  <a:srgbClr val="294F40"/>
                </a:solidFill>
                <a:latin typeface="Arial"/>
                <a:ea typeface="Arial"/>
                <a:cs typeface="Arial"/>
              </a:defRPr>
            </a:lvl7pPr>
            <a:lvl8pPr>
              <a:defRPr sz="2100" b="1">
                <a:solidFill>
                  <a:srgbClr val="294F40"/>
                </a:solidFill>
                <a:latin typeface="Arial"/>
                <a:ea typeface="Arial"/>
                <a:cs typeface="Arial"/>
              </a:defRPr>
            </a:lvl8pPr>
            <a:lvl9pPr>
              <a:defRPr sz="2100" b="1">
                <a:solidFill>
                  <a:srgbClr val="294F40"/>
                </a:solidFill>
                <a:latin typeface="Arial"/>
                <a:ea typeface="Arial"/>
                <a:cs typeface="Arial"/>
              </a:defRPr>
            </a:lvl9pPr>
          </a:lstStyle>
          <a:p xmlns:a="http://schemas.openxmlformats.org/drawingml/2006/main">
            <a:pPr>
              <a:defRPr sz="2100" b="1">
                <a:solidFill>
                  <a:srgbClr val="294F40"/>
                </a:solidFill>
                <a:latin typeface="Arial"/>
                <a:ea typeface="Arial"/>
                <a:cs typeface="Arial"/>
              </a:defRPr>
            </a:pPr>
            <a:r>
              <a:rPr sz="2100" b="1">
                <a:solidFill>
                  <a:srgbClr val="294F4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C947463-7EE5-498D-B17E-3F887D879503}"/>
              </a:ext>
            </a:extLst>
          </p:cNvPr>
          <p:cNvSpPr>
            <a:spLocks xmlns:a="http://schemas.openxmlformats.org/drawingml/2006/main" noGrp="1"/>
          </p:cNvSpPr>
          <p:nvPr/>
        </p:nvSpPr>
        <p:spPr>
          <a:xfrm xmlns:a="http://schemas.openxmlformats.org/drawingml/2006/main">
            <a:off x="1504950" y="21431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32B27"/>
                </a:solidFill>
                <a:latin typeface="Arial"/>
                <a:ea typeface="Arial"/>
                <a:cs typeface="Arial"/>
              </a:defRPr>
            </a:defPPr>
            <a:lvl1pPr>
              <a:defRPr sz="2250" b="1">
                <a:solidFill>
                  <a:srgbClr val="232B27"/>
                </a:solidFill>
                <a:latin typeface="Arial"/>
                <a:ea typeface="Arial"/>
                <a:cs typeface="Arial"/>
              </a:defRPr>
            </a:lvl1pPr>
            <a:lvl2pPr>
              <a:defRPr sz="2250" b="1">
                <a:solidFill>
                  <a:srgbClr val="232B27"/>
                </a:solidFill>
                <a:latin typeface="Arial"/>
                <a:ea typeface="Arial"/>
                <a:cs typeface="Arial"/>
              </a:defRPr>
            </a:lvl2pPr>
            <a:lvl3pPr>
              <a:defRPr sz="2250" b="1">
                <a:solidFill>
                  <a:srgbClr val="232B27"/>
                </a:solidFill>
                <a:latin typeface="Arial"/>
                <a:ea typeface="Arial"/>
                <a:cs typeface="Arial"/>
              </a:defRPr>
            </a:lvl3pPr>
            <a:lvl4pPr>
              <a:defRPr sz="2250" b="1">
                <a:solidFill>
                  <a:srgbClr val="232B27"/>
                </a:solidFill>
                <a:latin typeface="Arial"/>
                <a:ea typeface="Arial"/>
                <a:cs typeface="Arial"/>
              </a:defRPr>
            </a:lvl4pPr>
            <a:lvl5pPr>
              <a:defRPr sz="2250" b="1">
                <a:solidFill>
                  <a:srgbClr val="232B27"/>
                </a:solidFill>
                <a:latin typeface="Arial"/>
                <a:ea typeface="Arial"/>
                <a:cs typeface="Arial"/>
              </a:defRPr>
            </a:lvl5pPr>
            <a:lvl6pPr>
              <a:defRPr sz="2250" b="1">
                <a:solidFill>
                  <a:srgbClr val="232B27"/>
                </a:solidFill>
                <a:latin typeface="Arial"/>
                <a:ea typeface="Arial"/>
                <a:cs typeface="Arial"/>
              </a:defRPr>
            </a:lvl6pPr>
            <a:lvl7pPr>
              <a:defRPr sz="2250" b="1">
                <a:solidFill>
                  <a:srgbClr val="232B27"/>
                </a:solidFill>
                <a:latin typeface="Arial"/>
                <a:ea typeface="Arial"/>
                <a:cs typeface="Arial"/>
              </a:defRPr>
            </a:lvl7pPr>
            <a:lvl8pPr>
              <a:defRPr sz="2250" b="1">
                <a:solidFill>
                  <a:srgbClr val="232B27"/>
                </a:solidFill>
                <a:latin typeface="Arial"/>
                <a:ea typeface="Arial"/>
                <a:cs typeface="Arial"/>
              </a:defRPr>
            </a:lvl8pPr>
            <a:lvl9pPr>
              <a:defRPr sz="2250" b="1">
                <a:solidFill>
                  <a:srgbClr val="232B27"/>
                </a:solidFill>
                <a:latin typeface="Arial"/>
                <a:ea typeface="Arial"/>
                <a:cs typeface="Arial"/>
              </a:defRPr>
            </a:lvl9pPr>
          </a:lstStyle>
          <a:p xmlns:a="http://schemas.openxmlformats.org/drawingml/2006/main">
            <a:pPr>
              <a:defRPr sz="2250" b="1">
                <a:solidFill>
                  <a:srgbClr val="232B27"/>
                </a:solidFill>
                <a:latin typeface="Arial"/>
                <a:ea typeface="Arial"/>
                <a:cs typeface="Arial"/>
              </a:defRPr>
            </a:pPr>
            <a:r>
              <a:rPr sz="2250" b="1">
                <a:solidFill>
                  <a:srgbClr val="232B27"/>
                </a:solidFill>
                <a:latin typeface="Arial"/>
                <a:ea typeface="Arial"/>
                <a:cs typeface="Arial"/>
              </a:rPr>
              <a:t>One student account and one staff account</a:t>
            </a:r>
          </a:p>
        </p:txBody>
      </p:sp>
      <p:sp>
        <p:nvSpPr>
          <p:cNvPr id="6" name="">
            <a:extLst xmlns:a="http://schemas.openxmlformats.org/drawingml/2006/main">
              <a:ext uri="{FF2B5EF4-FFF2-40B4-BE49-F238E27FC236}">
                <a16:creationId xmlns:a16="http://schemas.microsoft.com/office/drawing/2014/main" id="{579EA777-7064-4073-992F-27647A101EAF}"/>
              </a:ext>
            </a:extLst>
          </p:cNvPr>
          <p:cNvSpPr>
            <a:spLocks xmlns:a="http://schemas.openxmlformats.org/drawingml/2006/main" noGrp="1"/>
          </p:cNvSpPr>
          <p:nvPr/>
        </p:nvSpPr>
        <p:spPr>
          <a:xfrm xmlns:a="http://schemas.openxmlformats.org/drawingml/2006/main">
            <a:off x="1504950" y="2609850"/>
            <a:ext cx="981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06861"/>
                </a:solidFill>
                <a:latin typeface="Arial"/>
                <a:ea typeface="Arial"/>
                <a:cs typeface="Arial"/>
              </a:defRPr>
            </a:defPPr>
            <a:lvl1pPr>
              <a:defRPr sz="2025" b="0">
                <a:solidFill>
                  <a:srgbClr val="606861"/>
                </a:solidFill>
                <a:latin typeface="Arial"/>
                <a:ea typeface="Arial"/>
                <a:cs typeface="Arial"/>
              </a:defRPr>
            </a:lvl1pPr>
            <a:lvl2pPr>
              <a:defRPr sz="2025" b="0">
                <a:solidFill>
                  <a:srgbClr val="606861"/>
                </a:solidFill>
                <a:latin typeface="Arial"/>
                <a:ea typeface="Arial"/>
                <a:cs typeface="Arial"/>
              </a:defRPr>
            </a:lvl2pPr>
            <a:lvl3pPr>
              <a:defRPr sz="2025" b="0">
                <a:solidFill>
                  <a:srgbClr val="606861"/>
                </a:solidFill>
                <a:latin typeface="Arial"/>
                <a:ea typeface="Arial"/>
                <a:cs typeface="Arial"/>
              </a:defRPr>
            </a:lvl3pPr>
            <a:lvl4pPr>
              <a:defRPr sz="2025" b="0">
                <a:solidFill>
                  <a:srgbClr val="606861"/>
                </a:solidFill>
                <a:latin typeface="Arial"/>
                <a:ea typeface="Arial"/>
                <a:cs typeface="Arial"/>
              </a:defRPr>
            </a:lvl4pPr>
            <a:lvl5pPr>
              <a:defRPr sz="2025" b="0">
                <a:solidFill>
                  <a:srgbClr val="606861"/>
                </a:solidFill>
                <a:latin typeface="Arial"/>
                <a:ea typeface="Arial"/>
                <a:cs typeface="Arial"/>
              </a:defRPr>
            </a:lvl5pPr>
            <a:lvl6pPr>
              <a:defRPr sz="2025" b="0">
                <a:solidFill>
                  <a:srgbClr val="606861"/>
                </a:solidFill>
                <a:latin typeface="Arial"/>
                <a:ea typeface="Arial"/>
                <a:cs typeface="Arial"/>
              </a:defRPr>
            </a:lvl6pPr>
            <a:lvl7pPr>
              <a:defRPr sz="2025" b="0">
                <a:solidFill>
                  <a:srgbClr val="606861"/>
                </a:solidFill>
                <a:latin typeface="Arial"/>
                <a:ea typeface="Arial"/>
                <a:cs typeface="Arial"/>
              </a:defRPr>
            </a:lvl7pPr>
            <a:lvl8pPr>
              <a:defRPr sz="2025" b="0">
                <a:solidFill>
                  <a:srgbClr val="606861"/>
                </a:solidFill>
                <a:latin typeface="Arial"/>
                <a:ea typeface="Arial"/>
                <a:cs typeface="Arial"/>
              </a:defRPr>
            </a:lvl8pPr>
            <a:lvl9pPr>
              <a:defRPr sz="2025" b="0">
                <a:solidFill>
                  <a:srgbClr val="606861"/>
                </a:solidFill>
                <a:latin typeface="Arial"/>
                <a:ea typeface="Arial"/>
                <a:cs typeface="Arial"/>
              </a:defRPr>
            </a:lvl9pPr>
          </a:lstStyle>
          <a:p xmlns:a="http://schemas.openxmlformats.org/drawingml/2006/main">
            <a:pPr>
              <a:defRPr sz="2025" b="0">
                <a:solidFill>
                  <a:srgbClr val="606861"/>
                </a:solidFill>
                <a:latin typeface="Arial"/>
                <a:ea typeface="Arial"/>
                <a:cs typeface="Arial"/>
              </a:defRPr>
            </a:pPr>
            <a:r>
              <a:rPr sz="2025" b="0">
                <a:solidFill>
                  <a:srgbClr val="606861"/>
                </a:solidFill>
                <a:latin typeface="Arial"/>
                <a:ea typeface="Arial"/>
                <a:cs typeface="Arial"/>
              </a:rPr>
              <a:t>A shared login opens the workspace for each role.</a:t>
            </a:r>
          </a:p>
        </p:txBody>
      </p:sp>
      <p:sp>
        <p:nvSpPr>
          <p:cNvPr id="7" name="">
            <a:extLst xmlns:a="http://schemas.openxmlformats.org/drawingml/2006/main">
              <a:ext uri="{FF2B5EF4-FFF2-40B4-BE49-F238E27FC236}">
                <a16:creationId xmlns:a16="http://schemas.microsoft.com/office/drawing/2014/main" id="{4A928C69-A79E-4530-A101-2897048D1656}"/>
              </a:ext>
            </a:extLst>
          </p:cNvPr>
          <p:cNvSpPr>
            <a:spLocks xmlns:a="http://schemas.openxmlformats.org/drawingml/2006/main" noGrp="1"/>
          </p:cNvSpPr>
          <p:nvPr/>
        </p:nvSpPr>
        <p:spPr>
          <a:xfrm xmlns:a="http://schemas.openxmlformats.org/drawingml/2006/main">
            <a:off x="685800" y="35337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4F40"/>
                </a:solidFill>
                <a:latin typeface="Arial"/>
                <a:ea typeface="Arial"/>
                <a:cs typeface="Arial"/>
              </a:defRPr>
            </a:defPPr>
            <a:lvl1pPr>
              <a:defRPr sz="2100" b="1">
                <a:solidFill>
                  <a:srgbClr val="294F40"/>
                </a:solidFill>
                <a:latin typeface="Arial"/>
                <a:ea typeface="Arial"/>
                <a:cs typeface="Arial"/>
              </a:defRPr>
            </a:lvl1pPr>
            <a:lvl2pPr>
              <a:defRPr sz="2100" b="1">
                <a:solidFill>
                  <a:srgbClr val="294F40"/>
                </a:solidFill>
                <a:latin typeface="Arial"/>
                <a:ea typeface="Arial"/>
                <a:cs typeface="Arial"/>
              </a:defRPr>
            </a:lvl2pPr>
            <a:lvl3pPr>
              <a:defRPr sz="2100" b="1">
                <a:solidFill>
                  <a:srgbClr val="294F40"/>
                </a:solidFill>
                <a:latin typeface="Arial"/>
                <a:ea typeface="Arial"/>
                <a:cs typeface="Arial"/>
              </a:defRPr>
            </a:lvl3pPr>
            <a:lvl4pPr>
              <a:defRPr sz="2100" b="1">
                <a:solidFill>
                  <a:srgbClr val="294F40"/>
                </a:solidFill>
                <a:latin typeface="Arial"/>
                <a:ea typeface="Arial"/>
                <a:cs typeface="Arial"/>
              </a:defRPr>
            </a:lvl4pPr>
            <a:lvl5pPr>
              <a:defRPr sz="2100" b="1">
                <a:solidFill>
                  <a:srgbClr val="294F40"/>
                </a:solidFill>
                <a:latin typeface="Arial"/>
                <a:ea typeface="Arial"/>
                <a:cs typeface="Arial"/>
              </a:defRPr>
            </a:lvl5pPr>
            <a:lvl6pPr>
              <a:defRPr sz="2100" b="1">
                <a:solidFill>
                  <a:srgbClr val="294F40"/>
                </a:solidFill>
                <a:latin typeface="Arial"/>
                <a:ea typeface="Arial"/>
                <a:cs typeface="Arial"/>
              </a:defRPr>
            </a:lvl6pPr>
            <a:lvl7pPr>
              <a:defRPr sz="2100" b="1">
                <a:solidFill>
                  <a:srgbClr val="294F40"/>
                </a:solidFill>
                <a:latin typeface="Arial"/>
                <a:ea typeface="Arial"/>
                <a:cs typeface="Arial"/>
              </a:defRPr>
            </a:lvl7pPr>
            <a:lvl8pPr>
              <a:defRPr sz="2100" b="1">
                <a:solidFill>
                  <a:srgbClr val="294F40"/>
                </a:solidFill>
                <a:latin typeface="Arial"/>
                <a:ea typeface="Arial"/>
                <a:cs typeface="Arial"/>
              </a:defRPr>
            </a:lvl8pPr>
            <a:lvl9pPr>
              <a:defRPr sz="2100" b="1">
                <a:solidFill>
                  <a:srgbClr val="294F40"/>
                </a:solidFill>
                <a:latin typeface="Arial"/>
                <a:ea typeface="Arial"/>
                <a:cs typeface="Arial"/>
              </a:defRPr>
            </a:lvl9pPr>
          </a:lstStyle>
          <a:p xmlns:a="http://schemas.openxmlformats.org/drawingml/2006/main">
            <a:pPr>
              <a:defRPr sz="2100" b="1">
                <a:solidFill>
                  <a:srgbClr val="294F40"/>
                </a:solidFill>
                <a:latin typeface="Arial"/>
                <a:ea typeface="Arial"/>
                <a:cs typeface="Arial"/>
              </a:defRPr>
            </a:pPr>
            <a:r>
              <a:rPr sz="2100" b="1">
                <a:solidFill>
                  <a:srgbClr val="294F4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95E7E95-EEB5-44BB-AB3B-074D65A2E1EE}"/>
              </a:ext>
            </a:extLst>
          </p:cNvPr>
          <p:cNvSpPr>
            <a:spLocks xmlns:a="http://schemas.openxmlformats.org/drawingml/2006/main" noGrp="1"/>
          </p:cNvSpPr>
          <p:nvPr/>
        </p:nvSpPr>
        <p:spPr>
          <a:xfrm xmlns:a="http://schemas.openxmlformats.org/drawingml/2006/main">
            <a:off x="1504950" y="353377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32B27"/>
                </a:solidFill>
                <a:latin typeface="Arial"/>
                <a:ea typeface="Arial"/>
                <a:cs typeface="Arial"/>
              </a:defRPr>
            </a:defPPr>
            <a:lvl1pPr>
              <a:defRPr sz="2250" b="1">
                <a:solidFill>
                  <a:srgbClr val="232B27"/>
                </a:solidFill>
                <a:latin typeface="Arial"/>
                <a:ea typeface="Arial"/>
                <a:cs typeface="Arial"/>
              </a:defRPr>
            </a:lvl1pPr>
            <a:lvl2pPr>
              <a:defRPr sz="2250" b="1">
                <a:solidFill>
                  <a:srgbClr val="232B27"/>
                </a:solidFill>
                <a:latin typeface="Arial"/>
                <a:ea typeface="Arial"/>
                <a:cs typeface="Arial"/>
              </a:defRPr>
            </a:lvl2pPr>
            <a:lvl3pPr>
              <a:defRPr sz="2250" b="1">
                <a:solidFill>
                  <a:srgbClr val="232B27"/>
                </a:solidFill>
                <a:latin typeface="Arial"/>
                <a:ea typeface="Arial"/>
                <a:cs typeface="Arial"/>
              </a:defRPr>
            </a:lvl3pPr>
            <a:lvl4pPr>
              <a:defRPr sz="2250" b="1">
                <a:solidFill>
                  <a:srgbClr val="232B27"/>
                </a:solidFill>
                <a:latin typeface="Arial"/>
                <a:ea typeface="Arial"/>
                <a:cs typeface="Arial"/>
              </a:defRPr>
            </a:lvl4pPr>
            <a:lvl5pPr>
              <a:defRPr sz="2250" b="1">
                <a:solidFill>
                  <a:srgbClr val="232B27"/>
                </a:solidFill>
                <a:latin typeface="Arial"/>
                <a:ea typeface="Arial"/>
                <a:cs typeface="Arial"/>
              </a:defRPr>
            </a:lvl5pPr>
            <a:lvl6pPr>
              <a:defRPr sz="2250" b="1">
                <a:solidFill>
                  <a:srgbClr val="232B27"/>
                </a:solidFill>
                <a:latin typeface="Arial"/>
                <a:ea typeface="Arial"/>
                <a:cs typeface="Arial"/>
              </a:defRPr>
            </a:lvl6pPr>
            <a:lvl7pPr>
              <a:defRPr sz="2250" b="1">
                <a:solidFill>
                  <a:srgbClr val="232B27"/>
                </a:solidFill>
                <a:latin typeface="Arial"/>
                <a:ea typeface="Arial"/>
                <a:cs typeface="Arial"/>
              </a:defRPr>
            </a:lvl7pPr>
            <a:lvl8pPr>
              <a:defRPr sz="2250" b="1">
                <a:solidFill>
                  <a:srgbClr val="232B27"/>
                </a:solidFill>
                <a:latin typeface="Arial"/>
                <a:ea typeface="Arial"/>
                <a:cs typeface="Arial"/>
              </a:defRPr>
            </a:lvl8pPr>
            <a:lvl9pPr>
              <a:defRPr sz="2250" b="1">
                <a:solidFill>
                  <a:srgbClr val="232B27"/>
                </a:solidFill>
                <a:latin typeface="Arial"/>
                <a:ea typeface="Arial"/>
                <a:cs typeface="Arial"/>
              </a:defRPr>
            </a:lvl9pPr>
          </a:lstStyle>
          <a:p xmlns:a="http://schemas.openxmlformats.org/drawingml/2006/main">
            <a:pPr>
              <a:defRPr sz="2250" b="1">
                <a:solidFill>
                  <a:srgbClr val="232B27"/>
                </a:solidFill>
                <a:latin typeface="Arial"/>
                <a:ea typeface="Arial"/>
                <a:cs typeface="Arial"/>
              </a:defRPr>
            </a:pPr>
            <a:r>
              <a:rPr sz="2250" b="1">
                <a:solidFill>
                  <a:srgbClr val="232B27"/>
                </a:solidFill>
                <a:latin typeface="Arial"/>
                <a:ea typeface="Arial"/>
                <a:cs typeface="Arial"/>
              </a:rPr>
              <a:t>History that survives sign-out</a:t>
            </a:r>
          </a:p>
        </p:txBody>
      </p:sp>
      <p:sp>
        <p:nvSpPr>
          <p:cNvPr id="9" name="">
            <a:extLst xmlns:a="http://schemas.openxmlformats.org/drawingml/2006/main">
              <a:ext uri="{FF2B5EF4-FFF2-40B4-BE49-F238E27FC236}">
                <a16:creationId xmlns:a16="http://schemas.microsoft.com/office/drawing/2014/main" id="{C82B4B96-80FA-4107-B226-C1C611302CF5}"/>
              </a:ext>
            </a:extLst>
          </p:cNvPr>
          <p:cNvSpPr>
            <a:spLocks xmlns:a="http://schemas.openxmlformats.org/drawingml/2006/main" noGrp="1"/>
          </p:cNvSpPr>
          <p:nvPr/>
        </p:nvSpPr>
        <p:spPr>
          <a:xfrm xmlns:a="http://schemas.openxmlformats.org/drawingml/2006/main">
            <a:off x="1504950" y="4000500"/>
            <a:ext cx="981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06861"/>
                </a:solidFill>
                <a:latin typeface="Arial"/>
                <a:ea typeface="Arial"/>
                <a:cs typeface="Arial"/>
              </a:defRPr>
            </a:defPPr>
            <a:lvl1pPr>
              <a:defRPr sz="2025" b="0">
                <a:solidFill>
                  <a:srgbClr val="606861"/>
                </a:solidFill>
                <a:latin typeface="Arial"/>
                <a:ea typeface="Arial"/>
                <a:cs typeface="Arial"/>
              </a:defRPr>
            </a:lvl1pPr>
            <a:lvl2pPr>
              <a:defRPr sz="2025" b="0">
                <a:solidFill>
                  <a:srgbClr val="606861"/>
                </a:solidFill>
                <a:latin typeface="Arial"/>
                <a:ea typeface="Arial"/>
                <a:cs typeface="Arial"/>
              </a:defRPr>
            </a:lvl2pPr>
            <a:lvl3pPr>
              <a:defRPr sz="2025" b="0">
                <a:solidFill>
                  <a:srgbClr val="606861"/>
                </a:solidFill>
                <a:latin typeface="Arial"/>
                <a:ea typeface="Arial"/>
                <a:cs typeface="Arial"/>
              </a:defRPr>
            </a:lvl3pPr>
            <a:lvl4pPr>
              <a:defRPr sz="2025" b="0">
                <a:solidFill>
                  <a:srgbClr val="606861"/>
                </a:solidFill>
                <a:latin typeface="Arial"/>
                <a:ea typeface="Arial"/>
                <a:cs typeface="Arial"/>
              </a:defRPr>
            </a:lvl4pPr>
            <a:lvl5pPr>
              <a:defRPr sz="2025" b="0">
                <a:solidFill>
                  <a:srgbClr val="606861"/>
                </a:solidFill>
                <a:latin typeface="Arial"/>
                <a:ea typeface="Arial"/>
                <a:cs typeface="Arial"/>
              </a:defRPr>
            </a:lvl5pPr>
            <a:lvl6pPr>
              <a:defRPr sz="2025" b="0">
                <a:solidFill>
                  <a:srgbClr val="606861"/>
                </a:solidFill>
                <a:latin typeface="Arial"/>
                <a:ea typeface="Arial"/>
                <a:cs typeface="Arial"/>
              </a:defRPr>
            </a:lvl6pPr>
            <a:lvl7pPr>
              <a:defRPr sz="2025" b="0">
                <a:solidFill>
                  <a:srgbClr val="606861"/>
                </a:solidFill>
                <a:latin typeface="Arial"/>
                <a:ea typeface="Arial"/>
                <a:cs typeface="Arial"/>
              </a:defRPr>
            </a:lvl7pPr>
            <a:lvl8pPr>
              <a:defRPr sz="2025" b="0">
                <a:solidFill>
                  <a:srgbClr val="606861"/>
                </a:solidFill>
                <a:latin typeface="Arial"/>
                <a:ea typeface="Arial"/>
                <a:cs typeface="Arial"/>
              </a:defRPr>
            </a:lvl8pPr>
            <a:lvl9pPr>
              <a:defRPr sz="2025" b="0">
                <a:solidFill>
                  <a:srgbClr val="606861"/>
                </a:solidFill>
                <a:latin typeface="Arial"/>
                <a:ea typeface="Arial"/>
                <a:cs typeface="Arial"/>
              </a:defRPr>
            </a:lvl9pPr>
          </a:lstStyle>
          <a:p xmlns:a="http://schemas.openxmlformats.org/drawingml/2006/main">
            <a:pPr>
              <a:defRPr sz="2025" b="0">
                <a:solidFill>
                  <a:srgbClr val="606861"/>
                </a:solidFill>
                <a:latin typeface="Arial"/>
                <a:ea typeface="Arial"/>
                <a:cs typeface="Arial"/>
              </a:defRPr>
            </a:pPr>
            <a:r>
              <a:rPr sz="2025" b="0">
                <a:solidFill>
                  <a:srgbClr val="606861"/>
                </a:solidFill>
                <a:latin typeface="Arial"/>
                <a:ea typeface="Arial"/>
                <a:cs typeface="Arial"/>
              </a:rPr>
              <a:t>Start a new conversation or resume an earlier one after logging in.</a:t>
            </a:r>
          </a:p>
        </p:txBody>
      </p:sp>
      <p:sp>
        <p:nvSpPr>
          <p:cNvPr id="10" name="">
            <a:extLst xmlns:a="http://schemas.openxmlformats.org/drawingml/2006/main">
              <a:ext uri="{FF2B5EF4-FFF2-40B4-BE49-F238E27FC236}">
                <a16:creationId xmlns:a16="http://schemas.microsoft.com/office/drawing/2014/main" id="{9BB35C71-A4B5-47E2-9BEC-4483836371AC}"/>
              </a:ext>
            </a:extLst>
          </p:cNvPr>
          <p:cNvSpPr>
            <a:spLocks xmlns:a="http://schemas.openxmlformats.org/drawingml/2006/main" noGrp="1"/>
          </p:cNvSpPr>
          <p:nvPr/>
        </p:nvSpPr>
        <p:spPr>
          <a:xfrm xmlns:a="http://schemas.openxmlformats.org/drawingml/2006/main">
            <a:off x="685800" y="49244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4F40"/>
                </a:solidFill>
                <a:latin typeface="Arial"/>
                <a:ea typeface="Arial"/>
                <a:cs typeface="Arial"/>
              </a:defRPr>
            </a:defPPr>
            <a:lvl1pPr>
              <a:defRPr sz="2100" b="1">
                <a:solidFill>
                  <a:srgbClr val="294F40"/>
                </a:solidFill>
                <a:latin typeface="Arial"/>
                <a:ea typeface="Arial"/>
                <a:cs typeface="Arial"/>
              </a:defRPr>
            </a:lvl1pPr>
            <a:lvl2pPr>
              <a:defRPr sz="2100" b="1">
                <a:solidFill>
                  <a:srgbClr val="294F40"/>
                </a:solidFill>
                <a:latin typeface="Arial"/>
                <a:ea typeface="Arial"/>
                <a:cs typeface="Arial"/>
              </a:defRPr>
            </a:lvl2pPr>
            <a:lvl3pPr>
              <a:defRPr sz="2100" b="1">
                <a:solidFill>
                  <a:srgbClr val="294F40"/>
                </a:solidFill>
                <a:latin typeface="Arial"/>
                <a:ea typeface="Arial"/>
                <a:cs typeface="Arial"/>
              </a:defRPr>
            </a:lvl3pPr>
            <a:lvl4pPr>
              <a:defRPr sz="2100" b="1">
                <a:solidFill>
                  <a:srgbClr val="294F40"/>
                </a:solidFill>
                <a:latin typeface="Arial"/>
                <a:ea typeface="Arial"/>
                <a:cs typeface="Arial"/>
              </a:defRPr>
            </a:lvl4pPr>
            <a:lvl5pPr>
              <a:defRPr sz="2100" b="1">
                <a:solidFill>
                  <a:srgbClr val="294F40"/>
                </a:solidFill>
                <a:latin typeface="Arial"/>
                <a:ea typeface="Arial"/>
                <a:cs typeface="Arial"/>
              </a:defRPr>
            </a:lvl5pPr>
            <a:lvl6pPr>
              <a:defRPr sz="2100" b="1">
                <a:solidFill>
                  <a:srgbClr val="294F40"/>
                </a:solidFill>
                <a:latin typeface="Arial"/>
                <a:ea typeface="Arial"/>
                <a:cs typeface="Arial"/>
              </a:defRPr>
            </a:lvl6pPr>
            <a:lvl7pPr>
              <a:defRPr sz="2100" b="1">
                <a:solidFill>
                  <a:srgbClr val="294F40"/>
                </a:solidFill>
                <a:latin typeface="Arial"/>
                <a:ea typeface="Arial"/>
                <a:cs typeface="Arial"/>
              </a:defRPr>
            </a:lvl7pPr>
            <a:lvl8pPr>
              <a:defRPr sz="2100" b="1">
                <a:solidFill>
                  <a:srgbClr val="294F40"/>
                </a:solidFill>
                <a:latin typeface="Arial"/>
                <a:ea typeface="Arial"/>
                <a:cs typeface="Arial"/>
              </a:defRPr>
            </a:lvl8pPr>
            <a:lvl9pPr>
              <a:defRPr sz="2100" b="1">
                <a:solidFill>
                  <a:srgbClr val="294F40"/>
                </a:solidFill>
                <a:latin typeface="Arial"/>
                <a:ea typeface="Arial"/>
                <a:cs typeface="Arial"/>
              </a:defRPr>
            </a:lvl9pPr>
          </a:lstStyle>
          <a:p xmlns:a="http://schemas.openxmlformats.org/drawingml/2006/main">
            <a:pPr>
              <a:defRPr sz="2100" b="1">
                <a:solidFill>
                  <a:srgbClr val="294F40"/>
                </a:solidFill>
                <a:latin typeface="Arial"/>
                <a:ea typeface="Arial"/>
                <a:cs typeface="Arial"/>
              </a:defRPr>
            </a:pPr>
            <a:r>
              <a:rPr sz="2100" b="1">
                <a:solidFill>
                  <a:srgbClr val="294F4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783A5CC9-2352-4008-8CD5-11BF373D7F1B}"/>
              </a:ext>
            </a:extLst>
          </p:cNvPr>
          <p:cNvSpPr>
            <a:spLocks xmlns:a="http://schemas.openxmlformats.org/drawingml/2006/main" noGrp="1"/>
          </p:cNvSpPr>
          <p:nvPr/>
        </p:nvSpPr>
        <p:spPr>
          <a:xfrm xmlns:a="http://schemas.openxmlformats.org/drawingml/2006/main">
            <a:off x="1504950" y="49244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32B27"/>
                </a:solidFill>
                <a:latin typeface="Arial"/>
                <a:ea typeface="Arial"/>
                <a:cs typeface="Arial"/>
              </a:defRPr>
            </a:defPPr>
            <a:lvl1pPr>
              <a:defRPr sz="2250" b="1">
                <a:solidFill>
                  <a:srgbClr val="232B27"/>
                </a:solidFill>
                <a:latin typeface="Arial"/>
                <a:ea typeface="Arial"/>
                <a:cs typeface="Arial"/>
              </a:defRPr>
            </a:lvl1pPr>
            <a:lvl2pPr>
              <a:defRPr sz="2250" b="1">
                <a:solidFill>
                  <a:srgbClr val="232B27"/>
                </a:solidFill>
                <a:latin typeface="Arial"/>
                <a:ea typeface="Arial"/>
                <a:cs typeface="Arial"/>
              </a:defRPr>
            </a:lvl2pPr>
            <a:lvl3pPr>
              <a:defRPr sz="2250" b="1">
                <a:solidFill>
                  <a:srgbClr val="232B27"/>
                </a:solidFill>
                <a:latin typeface="Arial"/>
                <a:ea typeface="Arial"/>
                <a:cs typeface="Arial"/>
              </a:defRPr>
            </a:lvl3pPr>
            <a:lvl4pPr>
              <a:defRPr sz="2250" b="1">
                <a:solidFill>
                  <a:srgbClr val="232B27"/>
                </a:solidFill>
                <a:latin typeface="Arial"/>
                <a:ea typeface="Arial"/>
                <a:cs typeface="Arial"/>
              </a:defRPr>
            </a:lvl4pPr>
            <a:lvl5pPr>
              <a:defRPr sz="2250" b="1">
                <a:solidFill>
                  <a:srgbClr val="232B27"/>
                </a:solidFill>
                <a:latin typeface="Arial"/>
                <a:ea typeface="Arial"/>
                <a:cs typeface="Arial"/>
              </a:defRPr>
            </a:lvl5pPr>
            <a:lvl6pPr>
              <a:defRPr sz="2250" b="1">
                <a:solidFill>
                  <a:srgbClr val="232B27"/>
                </a:solidFill>
                <a:latin typeface="Arial"/>
                <a:ea typeface="Arial"/>
                <a:cs typeface="Arial"/>
              </a:defRPr>
            </a:lvl6pPr>
            <a:lvl7pPr>
              <a:defRPr sz="2250" b="1">
                <a:solidFill>
                  <a:srgbClr val="232B27"/>
                </a:solidFill>
                <a:latin typeface="Arial"/>
                <a:ea typeface="Arial"/>
                <a:cs typeface="Arial"/>
              </a:defRPr>
            </a:lvl7pPr>
            <a:lvl8pPr>
              <a:defRPr sz="2250" b="1">
                <a:solidFill>
                  <a:srgbClr val="232B27"/>
                </a:solidFill>
                <a:latin typeface="Arial"/>
                <a:ea typeface="Arial"/>
                <a:cs typeface="Arial"/>
              </a:defRPr>
            </a:lvl8pPr>
            <a:lvl9pPr>
              <a:defRPr sz="2250" b="1">
                <a:solidFill>
                  <a:srgbClr val="232B27"/>
                </a:solidFill>
                <a:latin typeface="Arial"/>
                <a:ea typeface="Arial"/>
                <a:cs typeface="Arial"/>
              </a:defRPr>
            </a:lvl9pPr>
          </a:lstStyle>
          <a:p xmlns:a="http://schemas.openxmlformats.org/drawingml/2006/main">
            <a:pPr>
              <a:defRPr sz="2250" b="1">
                <a:solidFill>
                  <a:srgbClr val="232B27"/>
                </a:solidFill>
                <a:latin typeface="Arial"/>
                <a:ea typeface="Arial"/>
                <a:cs typeface="Arial"/>
              </a:defRPr>
            </a:pPr>
            <a:r>
              <a:rPr sz="2250" b="1">
                <a:solidFill>
                  <a:srgbClr val="232B27"/>
                </a:solidFill>
                <a:latin typeface="Arial"/>
                <a:ea typeface="Arial"/>
                <a:cs typeface="Arial"/>
              </a:rPr>
              <a:t>Access tied to the account</a:t>
            </a:r>
          </a:p>
        </p:txBody>
      </p:sp>
      <p:sp>
        <p:nvSpPr>
          <p:cNvPr id="12" name="">
            <a:extLst xmlns:a="http://schemas.openxmlformats.org/drawingml/2006/main">
              <a:ext uri="{FF2B5EF4-FFF2-40B4-BE49-F238E27FC236}">
                <a16:creationId xmlns:a16="http://schemas.microsoft.com/office/drawing/2014/main" id="{C183F424-03CC-4C0D-A839-41E06A653553}"/>
              </a:ext>
            </a:extLst>
          </p:cNvPr>
          <p:cNvSpPr>
            <a:spLocks xmlns:a="http://schemas.openxmlformats.org/drawingml/2006/main" noGrp="1"/>
          </p:cNvSpPr>
          <p:nvPr/>
        </p:nvSpPr>
        <p:spPr>
          <a:xfrm xmlns:a="http://schemas.openxmlformats.org/drawingml/2006/main">
            <a:off x="1504950" y="5391150"/>
            <a:ext cx="981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06861"/>
                </a:solidFill>
                <a:latin typeface="Arial"/>
                <a:ea typeface="Arial"/>
                <a:cs typeface="Arial"/>
              </a:defRPr>
            </a:defPPr>
            <a:lvl1pPr>
              <a:defRPr sz="2025" b="0">
                <a:solidFill>
                  <a:srgbClr val="606861"/>
                </a:solidFill>
                <a:latin typeface="Arial"/>
                <a:ea typeface="Arial"/>
                <a:cs typeface="Arial"/>
              </a:defRPr>
            </a:lvl1pPr>
            <a:lvl2pPr>
              <a:defRPr sz="2025" b="0">
                <a:solidFill>
                  <a:srgbClr val="606861"/>
                </a:solidFill>
                <a:latin typeface="Arial"/>
                <a:ea typeface="Arial"/>
                <a:cs typeface="Arial"/>
              </a:defRPr>
            </a:lvl2pPr>
            <a:lvl3pPr>
              <a:defRPr sz="2025" b="0">
                <a:solidFill>
                  <a:srgbClr val="606861"/>
                </a:solidFill>
                <a:latin typeface="Arial"/>
                <a:ea typeface="Arial"/>
                <a:cs typeface="Arial"/>
              </a:defRPr>
            </a:lvl3pPr>
            <a:lvl4pPr>
              <a:defRPr sz="2025" b="0">
                <a:solidFill>
                  <a:srgbClr val="606861"/>
                </a:solidFill>
                <a:latin typeface="Arial"/>
                <a:ea typeface="Arial"/>
                <a:cs typeface="Arial"/>
              </a:defRPr>
            </a:lvl4pPr>
            <a:lvl5pPr>
              <a:defRPr sz="2025" b="0">
                <a:solidFill>
                  <a:srgbClr val="606861"/>
                </a:solidFill>
                <a:latin typeface="Arial"/>
                <a:ea typeface="Arial"/>
                <a:cs typeface="Arial"/>
              </a:defRPr>
            </a:lvl5pPr>
            <a:lvl6pPr>
              <a:defRPr sz="2025" b="0">
                <a:solidFill>
                  <a:srgbClr val="606861"/>
                </a:solidFill>
                <a:latin typeface="Arial"/>
                <a:ea typeface="Arial"/>
                <a:cs typeface="Arial"/>
              </a:defRPr>
            </a:lvl6pPr>
            <a:lvl7pPr>
              <a:defRPr sz="2025" b="0">
                <a:solidFill>
                  <a:srgbClr val="606861"/>
                </a:solidFill>
                <a:latin typeface="Arial"/>
                <a:ea typeface="Arial"/>
                <a:cs typeface="Arial"/>
              </a:defRPr>
            </a:lvl7pPr>
            <a:lvl8pPr>
              <a:defRPr sz="2025" b="0">
                <a:solidFill>
                  <a:srgbClr val="606861"/>
                </a:solidFill>
                <a:latin typeface="Arial"/>
                <a:ea typeface="Arial"/>
                <a:cs typeface="Arial"/>
              </a:defRPr>
            </a:lvl8pPr>
            <a:lvl9pPr>
              <a:defRPr sz="2025" b="0">
                <a:solidFill>
                  <a:srgbClr val="606861"/>
                </a:solidFill>
                <a:latin typeface="Arial"/>
                <a:ea typeface="Arial"/>
                <a:cs typeface="Arial"/>
              </a:defRPr>
            </a:lvl9pPr>
          </a:lstStyle>
          <a:p xmlns:a="http://schemas.openxmlformats.org/drawingml/2006/main">
            <a:pPr>
              <a:defRPr sz="2025" b="0">
                <a:solidFill>
                  <a:srgbClr val="606861"/>
                </a:solidFill>
                <a:latin typeface="Arial"/>
                <a:ea typeface="Arial"/>
                <a:cs typeface="Arial"/>
              </a:defRPr>
            </a:pPr>
            <a:r>
              <a:rPr sz="2025" b="0">
                <a:solidFill>
                  <a:srgbClr val="606861"/>
                </a:solidFill>
                <a:latin typeface="Arial"/>
                <a:ea typeface="Arial"/>
                <a:cs typeface="Arial"/>
              </a:rPr>
              <a:t>Students see their own chats. Staff see confirmed handoffs.</a:t>
            </a:r>
          </a:p>
        </p:txBody>
      </p:sp>
    </p:spTree>
    <p:extLst>
      <p:ext uri="{BB962C8B-B14F-4D97-AF65-F5344CB8AC3E}">
        <p14:creationId xmlns:p14="http://schemas.microsoft.com/office/powerpoint/2010/main" val="853150319"/>
      </p:ext>
    </p:extLst>
  </p:cSld>
</p:sld>
</file>

<file path=ppt/slides/slide10.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D0B3380-8A24-4A57-8F38-D8D44E7CE65B}"/>
              </a:ext>
            </a:extLst>
          </p:cNvPr>
          <p:cNvSpPr>
            <a:spLocks xmlns:a="http://schemas.openxmlformats.org/drawingml/2006/main" noGrp="1"/>
          </p:cNvSpPr>
          <p:nvPr/>
        </p:nvSpPr>
        <p:spPr>
          <a:xfrm xmlns:a="http://schemas.openxmlformats.org/drawingml/2006/main">
            <a:off x="685800" y="361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94F40"/>
                </a:solidFill>
                <a:latin typeface="Arial"/>
                <a:ea typeface="Arial"/>
                <a:cs typeface="Arial"/>
              </a:defRPr>
            </a:defPPr>
            <a:lvl1pPr>
              <a:defRPr sz="1350" b="1">
                <a:solidFill>
                  <a:srgbClr val="294F40"/>
                </a:solidFill>
                <a:latin typeface="Arial"/>
                <a:ea typeface="Arial"/>
                <a:cs typeface="Arial"/>
              </a:defRPr>
            </a:lvl1pPr>
            <a:lvl2pPr>
              <a:defRPr sz="1350" b="1">
                <a:solidFill>
                  <a:srgbClr val="294F40"/>
                </a:solidFill>
                <a:latin typeface="Arial"/>
                <a:ea typeface="Arial"/>
                <a:cs typeface="Arial"/>
              </a:defRPr>
            </a:lvl2pPr>
            <a:lvl3pPr>
              <a:defRPr sz="1350" b="1">
                <a:solidFill>
                  <a:srgbClr val="294F40"/>
                </a:solidFill>
                <a:latin typeface="Arial"/>
                <a:ea typeface="Arial"/>
                <a:cs typeface="Arial"/>
              </a:defRPr>
            </a:lvl3pPr>
            <a:lvl4pPr>
              <a:defRPr sz="1350" b="1">
                <a:solidFill>
                  <a:srgbClr val="294F40"/>
                </a:solidFill>
                <a:latin typeface="Arial"/>
                <a:ea typeface="Arial"/>
                <a:cs typeface="Arial"/>
              </a:defRPr>
            </a:lvl4pPr>
            <a:lvl5pPr>
              <a:defRPr sz="1350" b="1">
                <a:solidFill>
                  <a:srgbClr val="294F40"/>
                </a:solidFill>
                <a:latin typeface="Arial"/>
                <a:ea typeface="Arial"/>
                <a:cs typeface="Arial"/>
              </a:defRPr>
            </a:lvl5pPr>
            <a:lvl6pPr>
              <a:defRPr sz="1350" b="1">
                <a:solidFill>
                  <a:srgbClr val="294F40"/>
                </a:solidFill>
                <a:latin typeface="Arial"/>
                <a:ea typeface="Arial"/>
                <a:cs typeface="Arial"/>
              </a:defRPr>
            </a:lvl6pPr>
            <a:lvl7pPr>
              <a:defRPr sz="1350" b="1">
                <a:solidFill>
                  <a:srgbClr val="294F40"/>
                </a:solidFill>
                <a:latin typeface="Arial"/>
                <a:ea typeface="Arial"/>
                <a:cs typeface="Arial"/>
              </a:defRPr>
            </a:lvl7pPr>
            <a:lvl8pPr>
              <a:defRPr sz="1350" b="1">
                <a:solidFill>
                  <a:srgbClr val="294F40"/>
                </a:solidFill>
                <a:latin typeface="Arial"/>
                <a:ea typeface="Arial"/>
                <a:cs typeface="Arial"/>
              </a:defRPr>
            </a:lvl8pPr>
            <a:lvl9pPr>
              <a:defRPr sz="1350" b="1">
                <a:solidFill>
                  <a:srgbClr val="294F40"/>
                </a:solidFill>
                <a:latin typeface="Arial"/>
                <a:ea typeface="Arial"/>
                <a:cs typeface="Arial"/>
              </a:defRPr>
            </a:lvl9pPr>
          </a:lstStyle>
          <a:p xmlns:a="http://schemas.openxmlformats.org/drawingml/2006/main">
            <a:pPr>
              <a:defRPr sz="1350" b="1">
                <a:solidFill>
                  <a:srgbClr val="294F40"/>
                </a:solidFill>
                <a:latin typeface="Arial"/>
                <a:ea typeface="Arial"/>
                <a:cs typeface="Arial"/>
              </a:defRPr>
            </a:pPr>
            <a:r>
              <a:rPr sz="1350" b="1">
                <a:solidFill>
                  <a:srgbClr val="294F40"/>
                </a:solidFill>
                <a:latin typeface="Arial"/>
                <a:ea typeface="Arial"/>
                <a:cs typeface="Arial"/>
              </a:rPr>
              <a:t>07  FUTURE SCOPE  /  PROPOSED</a:t>
            </a:r>
          </a:p>
        </p:txBody>
      </p:sp>
      <p:sp>
        <p:nvSpPr>
          <p:cNvPr id="2" name="">
            <a:extLst xmlns:a="http://schemas.openxmlformats.org/drawingml/2006/main">
              <a:ext uri="{FF2B5EF4-FFF2-40B4-BE49-F238E27FC236}">
                <a16:creationId xmlns:a16="http://schemas.microsoft.com/office/drawing/2014/main" id="{2460712F-62E0-4106-8B42-FEF9511F94AD}"/>
              </a:ext>
            </a:extLst>
          </p:cNvPr>
          <p:cNvSpPr>
            <a:spLocks xmlns:a="http://schemas.openxmlformats.org/drawingml/2006/main" noGrp="1"/>
          </p:cNvSpPr>
          <p:nvPr/>
        </p:nvSpPr>
        <p:spPr>
          <a:xfrm xmlns:a="http://schemas.openxmlformats.org/drawingml/2006/main">
            <a:off x="685800" y="952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232B27"/>
                </a:solidFill>
                <a:latin typeface="Arial"/>
                <a:ea typeface="Arial"/>
                <a:cs typeface="Arial"/>
              </a:defRPr>
            </a:defPPr>
            <a:lvl1pPr>
              <a:defRPr sz="3450" b="1">
                <a:solidFill>
                  <a:srgbClr val="232B27"/>
                </a:solidFill>
                <a:latin typeface="Arial"/>
                <a:ea typeface="Arial"/>
                <a:cs typeface="Arial"/>
              </a:defRPr>
            </a:lvl1pPr>
            <a:lvl2pPr>
              <a:defRPr sz="3450" b="1">
                <a:solidFill>
                  <a:srgbClr val="232B27"/>
                </a:solidFill>
                <a:latin typeface="Arial"/>
                <a:ea typeface="Arial"/>
                <a:cs typeface="Arial"/>
              </a:defRPr>
            </a:lvl2pPr>
            <a:lvl3pPr>
              <a:defRPr sz="3450" b="1">
                <a:solidFill>
                  <a:srgbClr val="232B27"/>
                </a:solidFill>
                <a:latin typeface="Arial"/>
                <a:ea typeface="Arial"/>
                <a:cs typeface="Arial"/>
              </a:defRPr>
            </a:lvl3pPr>
            <a:lvl4pPr>
              <a:defRPr sz="3450" b="1">
                <a:solidFill>
                  <a:srgbClr val="232B27"/>
                </a:solidFill>
                <a:latin typeface="Arial"/>
                <a:ea typeface="Arial"/>
                <a:cs typeface="Arial"/>
              </a:defRPr>
            </a:lvl4pPr>
            <a:lvl5pPr>
              <a:defRPr sz="3450" b="1">
                <a:solidFill>
                  <a:srgbClr val="232B27"/>
                </a:solidFill>
                <a:latin typeface="Arial"/>
                <a:ea typeface="Arial"/>
                <a:cs typeface="Arial"/>
              </a:defRPr>
            </a:lvl5pPr>
            <a:lvl6pPr>
              <a:defRPr sz="3450" b="1">
                <a:solidFill>
                  <a:srgbClr val="232B27"/>
                </a:solidFill>
                <a:latin typeface="Arial"/>
                <a:ea typeface="Arial"/>
                <a:cs typeface="Arial"/>
              </a:defRPr>
            </a:lvl6pPr>
            <a:lvl7pPr>
              <a:defRPr sz="3450" b="1">
                <a:solidFill>
                  <a:srgbClr val="232B27"/>
                </a:solidFill>
                <a:latin typeface="Arial"/>
                <a:ea typeface="Arial"/>
                <a:cs typeface="Arial"/>
              </a:defRPr>
            </a:lvl7pPr>
            <a:lvl8pPr>
              <a:defRPr sz="3450" b="1">
                <a:solidFill>
                  <a:srgbClr val="232B27"/>
                </a:solidFill>
                <a:latin typeface="Arial"/>
                <a:ea typeface="Arial"/>
                <a:cs typeface="Arial"/>
              </a:defRPr>
            </a:lvl8pPr>
            <a:lvl9pPr>
              <a:defRPr sz="3450" b="1">
                <a:solidFill>
                  <a:srgbClr val="232B27"/>
                </a:solidFill>
                <a:latin typeface="Arial"/>
                <a:ea typeface="Arial"/>
                <a:cs typeface="Arial"/>
              </a:defRPr>
            </a:lvl9pPr>
          </a:lstStyle>
          <a:p xmlns:a="http://schemas.openxmlformats.org/drawingml/2006/main">
            <a:pPr>
              <a:defRPr sz="3450" b="1">
                <a:solidFill>
                  <a:srgbClr val="232B27"/>
                </a:solidFill>
                <a:latin typeface="Arial"/>
                <a:ea typeface="Arial"/>
                <a:cs typeface="Arial"/>
              </a:defRPr>
            </a:pPr>
            <a:r>
              <a:rPr sz="3450" b="1">
                <a:solidFill>
                  <a:srgbClr val="232B27"/>
                </a:solidFill>
                <a:latin typeface="Arial"/>
                <a:ea typeface="Arial"/>
                <a:cs typeface="Arial"/>
              </a:rPr>
              <a:t>Live staff chat after a confirmed handoff</a:t>
            </a:r>
          </a:p>
        </p:txBody>
      </p:sp>
      <p:sp>
        <p:nvSpPr>
          <p:cNvPr id="3" name="">
            <a:extLst xmlns:a="http://schemas.openxmlformats.org/drawingml/2006/main">
              <a:ext uri="{FF2B5EF4-FFF2-40B4-BE49-F238E27FC236}">
                <a16:creationId xmlns:a16="http://schemas.microsoft.com/office/drawing/2014/main" id="{E8D06783-5A50-4D77-94D7-C0FE3230C5A4}"/>
              </a:ext>
            </a:extLst>
          </p:cNvPr>
          <p:cNvSpPr>
            <a:spLocks xmlns:a="http://schemas.openxmlformats.org/drawingml/2006/main" noGrp="1"/>
          </p:cNvSpPr>
          <p:nvPr/>
        </p:nvSpPr>
        <p:spPr>
          <a:xfrm xmlns:a="http://schemas.openxmlformats.org/drawingml/2006/main">
            <a:off x="685800" y="641985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06861"/>
                </a:solidFill>
                <a:latin typeface="Arial"/>
                <a:ea typeface="Arial"/>
                <a:cs typeface="Arial"/>
              </a:defRPr>
            </a:defPPr>
            <a:lvl1pPr>
              <a:defRPr sz="1050" b="0">
                <a:solidFill>
                  <a:srgbClr val="606861"/>
                </a:solidFill>
                <a:latin typeface="Arial"/>
                <a:ea typeface="Arial"/>
                <a:cs typeface="Arial"/>
              </a:defRPr>
            </a:lvl1pPr>
            <a:lvl2pPr>
              <a:defRPr sz="1050" b="0">
                <a:solidFill>
                  <a:srgbClr val="606861"/>
                </a:solidFill>
                <a:latin typeface="Arial"/>
                <a:ea typeface="Arial"/>
                <a:cs typeface="Arial"/>
              </a:defRPr>
            </a:lvl2pPr>
            <a:lvl3pPr>
              <a:defRPr sz="1050" b="0">
                <a:solidFill>
                  <a:srgbClr val="606861"/>
                </a:solidFill>
                <a:latin typeface="Arial"/>
                <a:ea typeface="Arial"/>
                <a:cs typeface="Arial"/>
              </a:defRPr>
            </a:lvl3pPr>
            <a:lvl4pPr>
              <a:defRPr sz="1050" b="0">
                <a:solidFill>
                  <a:srgbClr val="606861"/>
                </a:solidFill>
                <a:latin typeface="Arial"/>
                <a:ea typeface="Arial"/>
                <a:cs typeface="Arial"/>
              </a:defRPr>
            </a:lvl4pPr>
            <a:lvl5pPr>
              <a:defRPr sz="1050" b="0">
                <a:solidFill>
                  <a:srgbClr val="606861"/>
                </a:solidFill>
                <a:latin typeface="Arial"/>
                <a:ea typeface="Arial"/>
                <a:cs typeface="Arial"/>
              </a:defRPr>
            </a:lvl5pPr>
            <a:lvl6pPr>
              <a:defRPr sz="1050" b="0">
                <a:solidFill>
                  <a:srgbClr val="606861"/>
                </a:solidFill>
                <a:latin typeface="Arial"/>
                <a:ea typeface="Arial"/>
                <a:cs typeface="Arial"/>
              </a:defRPr>
            </a:lvl6pPr>
            <a:lvl7pPr>
              <a:defRPr sz="1050" b="0">
                <a:solidFill>
                  <a:srgbClr val="606861"/>
                </a:solidFill>
                <a:latin typeface="Arial"/>
                <a:ea typeface="Arial"/>
                <a:cs typeface="Arial"/>
              </a:defRPr>
            </a:lvl7pPr>
            <a:lvl8pPr>
              <a:defRPr sz="1050" b="0">
                <a:solidFill>
                  <a:srgbClr val="606861"/>
                </a:solidFill>
                <a:latin typeface="Arial"/>
                <a:ea typeface="Arial"/>
                <a:cs typeface="Arial"/>
              </a:defRPr>
            </a:lvl8pPr>
            <a:lvl9pPr>
              <a:defRPr sz="1050" b="0">
                <a:solidFill>
                  <a:srgbClr val="606861"/>
                </a:solidFill>
                <a:latin typeface="Arial"/>
                <a:ea typeface="Arial"/>
                <a:cs typeface="Arial"/>
              </a:defRPr>
            </a:lvl9pPr>
          </a:lstStyle>
          <a:p xmlns:a="http://schemas.openxmlformats.org/drawingml/2006/main">
            <a:pPr>
              <a:defRPr sz="1050" b="0">
                <a:solidFill>
                  <a:srgbClr val="606861"/>
                </a:solidFill>
                <a:latin typeface="Arial"/>
                <a:ea typeface="Arial"/>
                <a:cs typeface="Arial"/>
              </a:defRPr>
            </a:pPr>
            <a:r>
              <a:rPr sz="1050" b="0">
                <a:solidFill>
                  <a:srgbClr val="606861"/>
                </a:solidFill>
                <a:latin typeface="Arial"/>
                <a:ea typeface="Arial"/>
                <a:cs typeface="Arial"/>
              </a:rPr>
              <a:t>CAMPUS HELPDESK     /     10</a:t>
            </a:r>
          </a:p>
        </p:txBody>
      </p:sp>
      <p:sp>
        <p:nvSpPr>
          <p:cNvPr id="4" name="">
            <a:extLst xmlns:a="http://schemas.openxmlformats.org/drawingml/2006/main">
              <a:ext uri="{FF2B5EF4-FFF2-40B4-BE49-F238E27FC236}">
                <a16:creationId xmlns:a16="http://schemas.microsoft.com/office/drawing/2014/main" id="{D6629D81-08EF-47D2-B2E5-8DD176D4F375}"/>
              </a:ext>
            </a:extLst>
          </p:cNvPr>
          <p:cNvSpPr>
            <a:spLocks xmlns:a="http://schemas.openxmlformats.org/drawingml/2006/main" noGrp="1"/>
          </p:cNvSpPr>
          <p:nvPr/>
        </p:nvSpPr>
        <p:spPr>
          <a:xfrm xmlns:a="http://schemas.openxmlformats.org/drawingml/2006/main">
            <a:off x="685800" y="21717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4F40"/>
                </a:solidFill>
                <a:latin typeface="Arial"/>
                <a:ea typeface="Arial"/>
                <a:cs typeface="Arial"/>
              </a:defRPr>
            </a:defPPr>
            <a:lvl1pPr>
              <a:defRPr sz="2100" b="1">
                <a:solidFill>
                  <a:srgbClr val="294F40"/>
                </a:solidFill>
                <a:latin typeface="Arial"/>
                <a:ea typeface="Arial"/>
                <a:cs typeface="Arial"/>
              </a:defRPr>
            </a:lvl1pPr>
            <a:lvl2pPr>
              <a:defRPr sz="2100" b="1">
                <a:solidFill>
                  <a:srgbClr val="294F40"/>
                </a:solidFill>
                <a:latin typeface="Arial"/>
                <a:ea typeface="Arial"/>
                <a:cs typeface="Arial"/>
              </a:defRPr>
            </a:lvl2pPr>
            <a:lvl3pPr>
              <a:defRPr sz="2100" b="1">
                <a:solidFill>
                  <a:srgbClr val="294F40"/>
                </a:solidFill>
                <a:latin typeface="Arial"/>
                <a:ea typeface="Arial"/>
                <a:cs typeface="Arial"/>
              </a:defRPr>
            </a:lvl3pPr>
            <a:lvl4pPr>
              <a:defRPr sz="2100" b="1">
                <a:solidFill>
                  <a:srgbClr val="294F40"/>
                </a:solidFill>
                <a:latin typeface="Arial"/>
                <a:ea typeface="Arial"/>
                <a:cs typeface="Arial"/>
              </a:defRPr>
            </a:lvl4pPr>
            <a:lvl5pPr>
              <a:defRPr sz="2100" b="1">
                <a:solidFill>
                  <a:srgbClr val="294F40"/>
                </a:solidFill>
                <a:latin typeface="Arial"/>
                <a:ea typeface="Arial"/>
                <a:cs typeface="Arial"/>
              </a:defRPr>
            </a:lvl5pPr>
            <a:lvl6pPr>
              <a:defRPr sz="2100" b="1">
                <a:solidFill>
                  <a:srgbClr val="294F40"/>
                </a:solidFill>
                <a:latin typeface="Arial"/>
                <a:ea typeface="Arial"/>
                <a:cs typeface="Arial"/>
              </a:defRPr>
            </a:lvl6pPr>
            <a:lvl7pPr>
              <a:defRPr sz="2100" b="1">
                <a:solidFill>
                  <a:srgbClr val="294F40"/>
                </a:solidFill>
                <a:latin typeface="Arial"/>
                <a:ea typeface="Arial"/>
                <a:cs typeface="Arial"/>
              </a:defRPr>
            </a:lvl7pPr>
            <a:lvl8pPr>
              <a:defRPr sz="2100" b="1">
                <a:solidFill>
                  <a:srgbClr val="294F40"/>
                </a:solidFill>
                <a:latin typeface="Arial"/>
                <a:ea typeface="Arial"/>
                <a:cs typeface="Arial"/>
              </a:defRPr>
            </a:lvl8pPr>
            <a:lvl9pPr>
              <a:defRPr sz="2100" b="1">
                <a:solidFill>
                  <a:srgbClr val="294F40"/>
                </a:solidFill>
                <a:latin typeface="Arial"/>
                <a:ea typeface="Arial"/>
                <a:cs typeface="Arial"/>
              </a:defRPr>
            </a:lvl9pPr>
          </a:lstStyle>
          <a:p xmlns:a="http://schemas.openxmlformats.org/drawingml/2006/main">
            <a:pPr>
              <a:defRPr sz="2100" b="1">
                <a:solidFill>
                  <a:srgbClr val="294F40"/>
                </a:solidFill>
                <a:latin typeface="Arial"/>
                <a:ea typeface="Arial"/>
                <a:cs typeface="Arial"/>
              </a:defRPr>
            </a:pPr>
            <a:r>
              <a:rPr sz="2100" b="1">
                <a:solidFill>
                  <a:srgbClr val="294F4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F875935-26C4-4D7C-A135-8131D1DB3F22}"/>
              </a:ext>
            </a:extLst>
          </p:cNvPr>
          <p:cNvSpPr>
            <a:spLocks xmlns:a="http://schemas.openxmlformats.org/drawingml/2006/main" noGrp="1"/>
          </p:cNvSpPr>
          <p:nvPr/>
        </p:nvSpPr>
        <p:spPr>
          <a:xfrm xmlns:a="http://schemas.openxmlformats.org/drawingml/2006/main">
            <a:off x="1619250" y="2171700"/>
            <a:ext cx="276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AI assistance</a:t>
            </a:r>
          </a:p>
        </p:txBody>
      </p:sp>
      <p:sp>
        <p:nvSpPr>
          <p:cNvPr id="6" name="">
            <a:extLst xmlns:a="http://schemas.openxmlformats.org/drawingml/2006/main">
              <a:ext uri="{FF2B5EF4-FFF2-40B4-BE49-F238E27FC236}">
                <a16:creationId xmlns:a16="http://schemas.microsoft.com/office/drawing/2014/main" id="{55C9EA78-58CA-490C-A297-2A498AEE9939}"/>
              </a:ext>
            </a:extLst>
          </p:cNvPr>
          <p:cNvSpPr>
            <a:spLocks xmlns:a="http://schemas.openxmlformats.org/drawingml/2006/main" noGrp="1"/>
          </p:cNvSpPr>
          <p:nvPr/>
        </p:nvSpPr>
        <p:spPr>
          <a:xfrm xmlns:a="http://schemas.openxmlformats.org/drawingml/2006/main">
            <a:off x="4714875" y="2171700"/>
            <a:ext cx="676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06861"/>
                </a:solidFill>
                <a:latin typeface="Arial"/>
                <a:ea typeface="Arial"/>
                <a:cs typeface="Arial"/>
              </a:defRPr>
            </a:defPPr>
            <a:lvl1pPr>
              <a:defRPr sz="1950" b="0">
                <a:solidFill>
                  <a:srgbClr val="606861"/>
                </a:solidFill>
                <a:latin typeface="Arial"/>
                <a:ea typeface="Arial"/>
                <a:cs typeface="Arial"/>
              </a:defRPr>
            </a:lvl1pPr>
            <a:lvl2pPr>
              <a:defRPr sz="1950" b="0">
                <a:solidFill>
                  <a:srgbClr val="606861"/>
                </a:solidFill>
                <a:latin typeface="Arial"/>
                <a:ea typeface="Arial"/>
                <a:cs typeface="Arial"/>
              </a:defRPr>
            </a:lvl2pPr>
            <a:lvl3pPr>
              <a:defRPr sz="1950" b="0">
                <a:solidFill>
                  <a:srgbClr val="606861"/>
                </a:solidFill>
                <a:latin typeface="Arial"/>
                <a:ea typeface="Arial"/>
                <a:cs typeface="Arial"/>
              </a:defRPr>
            </a:lvl3pPr>
            <a:lvl4pPr>
              <a:defRPr sz="1950" b="0">
                <a:solidFill>
                  <a:srgbClr val="606861"/>
                </a:solidFill>
                <a:latin typeface="Arial"/>
                <a:ea typeface="Arial"/>
                <a:cs typeface="Arial"/>
              </a:defRPr>
            </a:lvl4pPr>
            <a:lvl5pPr>
              <a:defRPr sz="1950" b="0">
                <a:solidFill>
                  <a:srgbClr val="606861"/>
                </a:solidFill>
                <a:latin typeface="Arial"/>
                <a:ea typeface="Arial"/>
                <a:cs typeface="Arial"/>
              </a:defRPr>
            </a:lvl5pPr>
            <a:lvl6pPr>
              <a:defRPr sz="1950" b="0">
                <a:solidFill>
                  <a:srgbClr val="606861"/>
                </a:solidFill>
                <a:latin typeface="Arial"/>
                <a:ea typeface="Arial"/>
                <a:cs typeface="Arial"/>
              </a:defRPr>
            </a:lvl6pPr>
            <a:lvl7pPr>
              <a:defRPr sz="1950" b="0">
                <a:solidFill>
                  <a:srgbClr val="606861"/>
                </a:solidFill>
                <a:latin typeface="Arial"/>
                <a:ea typeface="Arial"/>
                <a:cs typeface="Arial"/>
              </a:defRPr>
            </a:lvl7pPr>
            <a:lvl8pPr>
              <a:defRPr sz="1950" b="0">
                <a:solidFill>
                  <a:srgbClr val="606861"/>
                </a:solidFill>
                <a:latin typeface="Arial"/>
                <a:ea typeface="Arial"/>
                <a:cs typeface="Arial"/>
              </a:defRPr>
            </a:lvl8pPr>
            <a:lvl9pPr>
              <a:defRPr sz="1950" b="0">
                <a:solidFill>
                  <a:srgbClr val="606861"/>
                </a:solidFill>
                <a:latin typeface="Arial"/>
                <a:ea typeface="Arial"/>
                <a:cs typeface="Arial"/>
              </a:defRPr>
            </a:lvl9pPr>
          </a:lstStyle>
          <a:p xmlns:a="http://schemas.openxmlformats.org/drawingml/2006/main">
            <a:pPr>
              <a:defRPr sz="1950" b="0">
                <a:solidFill>
                  <a:srgbClr val="606861"/>
                </a:solidFill>
                <a:latin typeface="Arial"/>
                <a:ea typeface="Arial"/>
                <a:cs typeface="Arial"/>
              </a:defRPr>
            </a:pPr>
            <a:r>
              <a:rPr sz="1950" b="0">
                <a:solidFill>
                  <a:srgbClr val="606861"/>
                </a:solidFill>
                <a:latin typeface="Arial"/>
                <a:ea typeface="Arial"/>
                <a:cs typeface="Arial"/>
              </a:rPr>
              <a:t>The assistant answers until the student confirms a handoff.</a:t>
            </a:r>
          </a:p>
        </p:txBody>
      </p:sp>
      <p:sp>
        <p:nvSpPr>
          <p:cNvPr id="7" name="">
            <a:extLst xmlns:a="http://schemas.openxmlformats.org/drawingml/2006/main">
              <a:ext uri="{FF2B5EF4-FFF2-40B4-BE49-F238E27FC236}">
                <a16:creationId xmlns:a16="http://schemas.microsoft.com/office/drawing/2014/main" id="{DA29636B-2BB0-4989-BCE2-F9BFDC897FFC}"/>
              </a:ext>
            </a:extLst>
          </p:cNvPr>
          <p:cNvSpPr>
            <a:spLocks xmlns:a="http://schemas.openxmlformats.org/drawingml/2006/main" noGrp="1"/>
          </p:cNvSpPr>
          <p:nvPr/>
        </p:nvSpPr>
        <p:spPr>
          <a:xfrm xmlns:a="http://schemas.openxmlformats.org/drawingml/2006/main">
            <a:off x="685800" y="31242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4F40"/>
                </a:solidFill>
                <a:latin typeface="Arial"/>
                <a:ea typeface="Arial"/>
                <a:cs typeface="Arial"/>
              </a:defRPr>
            </a:defPPr>
            <a:lvl1pPr>
              <a:defRPr sz="2100" b="1">
                <a:solidFill>
                  <a:srgbClr val="294F40"/>
                </a:solidFill>
                <a:latin typeface="Arial"/>
                <a:ea typeface="Arial"/>
                <a:cs typeface="Arial"/>
              </a:defRPr>
            </a:lvl1pPr>
            <a:lvl2pPr>
              <a:defRPr sz="2100" b="1">
                <a:solidFill>
                  <a:srgbClr val="294F40"/>
                </a:solidFill>
                <a:latin typeface="Arial"/>
                <a:ea typeface="Arial"/>
                <a:cs typeface="Arial"/>
              </a:defRPr>
            </a:lvl2pPr>
            <a:lvl3pPr>
              <a:defRPr sz="2100" b="1">
                <a:solidFill>
                  <a:srgbClr val="294F40"/>
                </a:solidFill>
                <a:latin typeface="Arial"/>
                <a:ea typeface="Arial"/>
                <a:cs typeface="Arial"/>
              </a:defRPr>
            </a:lvl3pPr>
            <a:lvl4pPr>
              <a:defRPr sz="2100" b="1">
                <a:solidFill>
                  <a:srgbClr val="294F40"/>
                </a:solidFill>
                <a:latin typeface="Arial"/>
                <a:ea typeface="Arial"/>
                <a:cs typeface="Arial"/>
              </a:defRPr>
            </a:lvl4pPr>
            <a:lvl5pPr>
              <a:defRPr sz="2100" b="1">
                <a:solidFill>
                  <a:srgbClr val="294F40"/>
                </a:solidFill>
                <a:latin typeface="Arial"/>
                <a:ea typeface="Arial"/>
                <a:cs typeface="Arial"/>
              </a:defRPr>
            </a:lvl5pPr>
            <a:lvl6pPr>
              <a:defRPr sz="2100" b="1">
                <a:solidFill>
                  <a:srgbClr val="294F40"/>
                </a:solidFill>
                <a:latin typeface="Arial"/>
                <a:ea typeface="Arial"/>
                <a:cs typeface="Arial"/>
              </a:defRPr>
            </a:lvl6pPr>
            <a:lvl7pPr>
              <a:defRPr sz="2100" b="1">
                <a:solidFill>
                  <a:srgbClr val="294F40"/>
                </a:solidFill>
                <a:latin typeface="Arial"/>
                <a:ea typeface="Arial"/>
                <a:cs typeface="Arial"/>
              </a:defRPr>
            </a:lvl7pPr>
            <a:lvl8pPr>
              <a:defRPr sz="2100" b="1">
                <a:solidFill>
                  <a:srgbClr val="294F40"/>
                </a:solidFill>
                <a:latin typeface="Arial"/>
                <a:ea typeface="Arial"/>
                <a:cs typeface="Arial"/>
              </a:defRPr>
            </a:lvl8pPr>
            <a:lvl9pPr>
              <a:defRPr sz="2100" b="1">
                <a:solidFill>
                  <a:srgbClr val="294F40"/>
                </a:solidFill>
                <a:latin typeface="Arial"/>
                <a:ea typeface="Arial"/>
                <a:cs typeface="Arial"/>
              </a:defRPr>
            </a:lvl9pPr>
          </a:lstStyle>
          <a:p xmlns:a="http://schemas.openxmlformats.org/drawingml/2006/main">
            <a:pPr>
              <a:defRPr sz="2100" b="1">
                <a:solidFill>
                  <a:srgbClr val="294F40"/>
                </a:solidFill>
                <a:latin typeface="Arial"/>
                <a:ea typeface="Arial"/>
                <a:cs typeface="Arial"/>
              </a:defRPr>
            </a:pPr>
            <a:r>
              <a:rPr sz="2100" b="1">
                <a:solidFill>
                  <a:srgbClr val="294F4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E40CE71-DA34-4A3F-A9E7-E7A3D0BD3301}"/>
              </a:ext>
            </a:extLst>
          </p:cNvPr>
          <p:cNvSpPr>
            <a:spLocks xmlns:a="http://schemas.openxmlformats.org/drawingml/2006/main" noGrp="1"/>
          </p:cNvSpPr>
          <p:nvPr/>
        </p:nvSpPr>
        <p:spPr>
          <a:xfrm xmlns:a="http://schemas.openxmlformats.org/drawingml/2006/main">
            <a:off x="1619250" y="3124200"/>
            <a:ext cx="276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Waiting for staff</a:t>
            </a:r>
          </a:p>
        </p:txBody>
      </p:sp>
      <p:sp>
        <p:nvSpPr>
          <p:cNvPr id="9" name="">
            <a:extLst xmlns:a="http://schemas.openxmlformats.org/drawingml/2006/main">
              <a:ext uri="{FF2B5EF4-FFF2-40B4-BE49-F238E27FC236}">
                <a16:creationId xmlns:a16="http://schemas.microsoft.com/office/drawing/2014/main" id="{92A50138-F322-468E-86D6-2DD59A18FE9A}"/>
              </a:ext>
            </a:extLst>
          </p:cNvPr>
          <p:cNvSpPr>
            <a:spLocks xmlns:a="http://schemas.openxmlformats.org/drawingml/2006/main" noGrp="1"/>
          </p:cNvSpPr>
          <p:nvPr/>
        </p:nvSpPr>
        <p:spPr>
          <a:xfrm xmlns:a="http://schemas.openxmlformats.org/drawingml/2006/main">
            <a:off x="4714875" y="3124200"/>
            <a:ext cx="676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06861"/>
                </a:solidFill>
                <a:latin typeface="Arial"/>
                <a:ea typeface="Arial"/>
                <a:cs typeface="Arial"/>
              </a:defRPr>
            </a:defPPr>
            <a:lvl1pPr>
              <a:defRPr sz="1950" b="0">
                <a:solidFill>
                  <a:srgbClr val="606861"/>
                </a:solidFill>
                <a:latin typeface="Arial"/>
                <a:ea typeface="Arial"/>
                <a:cs typeface="Arial"/>
              </a:defRPr>
            </a:lvl1pPr>
            <a:lvl2pPr>
              <a:defRPr sz="1950" b="0">
                <a:solidFill>
                  <a:srgbClr val="606861"/>
                </a:solidFill>
                <a:latin typeface="Arial"/>
                <a:ea typeface="Arial"/>
                <a:cs typeface="Arial"/>
              </a:defRPr>
            </a:lvl2pPr>
            <a:lvl3pPr>
              <a:defRPr sz="1950" b="0">
                <a:solidFill>
                  <a:srgbClr val="606861"/>
                </a:solidFill>
                <a:latin typeface="Arial"/>
                <a:ea typeface="Arial"/>
                <a:cs typeface="Arial"/>
              </a:defRPr>
            </a:lvl3pPr>
            <a:lvl4pPr>
              <a:defRPr sz="1950" b="0">
                <a:solidFill>
                  <a:srgbClr val="606861"/>
                </a:solidFill>
                <a:latin typeface="Arial"/>
                <a:ea typeface="Arial"/>
                <a:cs typeface="Arial"/>
              </a:defRPr>
            </a:lvl4pPr>
            <a:lvl5pPr>
              <a:defRPr sz="1950" b="0">
                <a:solidFill>
                  <a:srgbClr val="606861"/>
                </a:solidFill>
                <a:latin typeface="Arial"/>
                <a:ea typeface="Arial"/>
                <a:cs typeface="Arial"/>
              </a:defRPr>
            </a:lvl5pPr>
            <a:lvl6pPr>
              <a:defRPr sz="1950" b="0">
                <a:solidFill>
                  <a:srgbClr val="606861"/>
                </a:solidFill>
                <a:latin typeface="Arial"/>
                <a:ea typeface="Arial"/>
                <a:cs typeface="Arial"/>
              </a:defRPr>
            </a:lvl6pPr>
            <a:lvl7pPr>
              <a:defRPr sz="1950" b="0">
                <a:solidFill>
                  <a:srgbClr val="606861"/>
                </a:solidFill>
                <a:latin typeface="Arial"/>
                <a:ea typeface="Arial"/>
                <a:cs typeface="Arial"/>
              </a:defRPr>
            </a:lvl7pPr>
            <a:lvl8pPr>
              <a:defRPr sz="1950" b="0">
                <a:solidFill>
                  <a:srgbClr val="606861"/>
                </a:solidFill>
                <a:latin typeface="Arial"/>
                <a:ea typeface="Arial"/>
                <a:cs typeface="Arial"/>
              </a:defRPr>
            </a:lvl8pPr>
            <a:lvl9pPr>
              <a:defRPr sz="1950" b="0">
                <a:solidFill>
                  <a:srgbClr val="606861"/>
                </a:solidFill>
                <a:latin typeface="Arial"/>
                <a:ea typeface="Arial"/>
                <a:cs typeface="Arial"/>
              </a:defRPr>
            </a:lvl9pPr>
          </a:lstStyle>
          <a:p xmlns:a="http://schemas.openxmlformats.org/drawingml/2006/main">
            <a:pPr>
              <a:defRPr sz="1950" b="0">
                <a:solidFill>
                  <a:srgbClr val="606861"/>
                </a:solidFill>
                <a:latin typeface="Arial"/>
                <a:ea typeface="Arial"/>
                <a:cs typeface="Arial"/>
              </a:defRPr>
            </a:pPr>
            <a:r>
              <a:rPr sz="1950" b="0">
                <a:solidFill>
                  <a:srgbClr val="606861"/>
                </a:solidFill>
                <a:latin typeface="Arial"/>
                <a:ea typeface="Arial"/>
                <a:cs typeface="Arial"/>
              </a:rPr>
              <a:t>Save the request and pause AI replies.</a:t>
            </a:r>
          </a:p>
        </p:txBody>
      </p:sp>
      <p:sp>
        <p:nvSpPr>
          <p:cNvPr id="10" name="">
            <a:extLst xmlns:a="http://schemas.openxmlformats.org/drawingml/2006/main">
              <a:ext uri="{FF2B5EF4-FFF2-40B4-BE49-F238E27FC236}">
                <a16:creationId xmlns:a16="http://schemas.microsoft.com/office/drawing/2014/main" id="{BC972432-6390-4D9C-8580-E257CAEE80E1}"/>
              </a:ext>
            </a:extLst>
          </p:cNvPr>
          <p:cNvSpPr>
            <a:spLocks xmlns:a="http://schemas.openxmlformats.org/drawingml/2006/main" noGrp="1"/>
          </p:cNvSpPr>
          <p:nvPr/>
        </p:nvSpPr>
        <p:spPr>
          <a:xfrm xmlns:a="http://schemas.openxmlformats.org/drawingml/2006/main">
            <a:off x="685800" y="40767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4F40"/>
                </a:solidFill>
                <a:latin typeface="Arial"/>
                <a:ea typeface="Arial"/>
                <a:cs typeface="Arial"/>
              </a:defRPr>
            </a:defPPr>
            <a:lvl1pPr>
              <a:defRPr sz="2100" b="1">
                <a:solidFill>
                  <a:srgbClr val="294F40"/>
                </a:solidFill>
                <a:latin typeface="Arial"/>
                <a:ea typeface="Arial"/>
                <a:cs typeface="Arial"/>
              </a:defRPr>
            </a:lvl1pPr>
            <a:lvl2pPr>
              <a:defRPr sz="2100" b="1">
                <a:solidFill>
                  <a:srgbClr val="294F40"/>
                </a:solidFill>
                <a:latin typeface="Arial"/>
                <a:ea typeface="Arial"/>
                <a:cs typeface="Arial"/>
              </a:defRPr>
            </a:lvl2pPr>
            <a:lvl3pPr>
              <a:defRPr sz="2100" b="1">
                <a:solidFill>
                  <a:srgbClr val="294F40"/>
                </a:solidFill>
                <a:latin typeface="Arial"/>
                <a:ea typeface="Arial"/>
                <a:cs typeface="Arial"/>
              </a:defRPr>
            </a:lvl3pPr>
            <a:lvl4pPr>
              <a:defRPr sz="2100" b="1">
                <a:solidFill>
                  <a:srgbClr val="294F40"/>
                </a:solidFill>
                <a:latin typeface="Arial"/>
                <a:ea typeface="Arial"/>
                <a:cs typeface="Arial"/>
              </a:defRPr>
            </a:lvl4pPr>
            <a:lvl5pPr>
              <a:defRPr sz="2100" b="1">
                <a:solidFill>
                  <a:srgbClr val="294F40"/>
                </a:solidFill>
                <a:latin typeface="Arial"/>
                <a:ea typeface="Arial"/>
                <a:cs typeface="Arial"/>
              </a:defRPr>
            </a:lvl5pPr>
            <a:lvl6pPr>
              <a:defRPr sz="2100" b="1">
                <a:solidFill>
                  <a:srgbClr val="294F40"/>
                </a:solidFill>
                <a:latin typeface="Arial"/>
                <a:ea typeface="Arial"/>
                <a:cs typeface="Arial"/>
              </a:defRPr>
            </a:lvl6pPr>
            <a:lvl7pPr>
              <a:defRPr sz="2100" b="1">
                <a:solidFill>
                  <a:srgbClr val="294F40"/>
                </a:solidFill>
                <a:latin typeface="Arial"/>
                <a:ea typeface="Arial"/>
                <a:cs typeface="Arial"/>
              </a:defRPr>
            </a:lvl7pPr>
            <a:lvl8pPr>
              <a:defRPr sz="2100" b="1">
                <a:solidFill>
                  <a:srgbClr val="294F40"/>
                </a:solidFill>
                <a:latin typeface="Arial"/>
                <a:ea typeface="Arial"/>
                <a:cs typeface="Arial"/>
              </a:defRPr>
            </a:lvl8pPr>
            <a:lvl9pPr>
              <a:defRPr sz="2100" b="1">
                <a:solidFill>
                  <a:srgbClr val="294F40"/>
                </a:solidFill>
                <a:latin typeface="Arial"/>
                <a:ea typeface="Arial"/>
                <a:cs typeface="Arial"/>
              </a:defRPr>
            </a:lvl9pPr>
          </a:lstStyle>
          <a:p xmlns:a="http://schemas.openxmlformats.org/drawingml/2006/main">
            <a:pPr>
              <a:defRPr sz="2100" b="1">
                <a:solidFill>
                  <a:srgbClr val="294F40"/>
                </a:solidFill>
                <a:latin typeface="Arial"/>
                <a:ea typeface="Arial"/>
                <a:cs typeface="Arial"/>
              </a:defRPr>
            </a:pPr>
            <a:r>
              <a:rPr sz="2100" b="1">
                <a:solidFill>
                  <a:srgbClr val="294F4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77174E89-B739-4F16-BB86-2F30671874DE}"/>
              </a:ext>
            </a:extLst>
          </p:cNvPr>
          <p:cNvSpPr>
            <a:spLocks xmlns:a="http://schemas.openxmlformats.org/drawingml/2006/main" noGrp="1"/>
          </p:cNvSpPr>
          <p:nvPr/>
        </p:nvSpPr>
        <p:spPr>
          <a:xfrm xmlns:a="http://schemas.openxmlformats.org/drawingml/2006/main">
            <a:off x="1619250" y="4076700"/>
            <a:ext cx="276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Staff conversation</a:t>
            </a:r>
          </a:p>
        </p:txBody>
      </p:sp>
      <p:sp>
        <p:nvSpPr>
          <p:cNvPr id="12" name="">
            <a:extLst xmlns:a="http://schemas.openxmlformats.org/drawingml/2006/main">
              <a:ext uri="{FF2B5EF4-FFF2-40B4-BE49-F238E27FC236}">
                <a16:creationId xmlns:a16="http://schemas.microsoft.com/office/drawing/2014/main" id="{E97600C6-E5AC-478A-9493-9AC3694461E4}"/>
              </a:ext>
            </a:extLst>
          </p:cNvPr>
          <p:cNvSpPr>
            <a:spLocks xmlns:a="http://schemas.openxmlformats.org/drawingml/2006/main" noGrp="1"/>
          </p:cNvSpPr>
          <p:nvPr/>
        </p:nvSpPr>
        <p:spPr>
          <a:xfrm xmlns:a="http://schemas.openxmlformats.org/drawingml/2006/main">
            <a:off x="4714875" y="4076700"/>
            <a:ext cx="676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06861"/>
                </a:solidFill>
                <a:latin typeface="Arial"/>
                <a:ea typeface="Arial"/>
                <a:cs typeface="Arial"/>
              </a:defRPr>
            </a:defPPr>
            <a:lvl1pPr>
              <a:defRPr sz="1950" b="0">
                <a:solidFill>
                  <a:srgbClr val="606861"/>
                </a:solidFill>
                <a:latin typeface="Arial"/>
                <a:ea typeface="Arial"/>
                <a:cs typeface="Arial"/>
              </a:defRPr>
            </a:lvl1pPr>
            <a:lvl2pPr>
              <a:defRPr sz="1950" b="0">
                <a:solidFill>
                  <a:srgbClr val="606861"/>
                </a:solidFill>
                <a:latin typeface="Arial"/>
                <a:ea typeface="Arial"/>
                <a:cs typeface="Arial"/>
              </a:defRPr>
            </a:lvl2pPr>
            <a:lvl3pPr>
              <a:defRPr sz="1950" b="0">
                <a:solidFill>
                  <a:srgbClr val="606861"/>
                </a:solidFill>
                <a:latin typeface="Arial"/>
                <a:ea typeface="Arial"/>
                <a:cs typeface="Arial"/>
              </a:defRPr>
            </a:lvl3pPr>
            <a:lvl4pPr>
              <a:defRPr sz="1950" b="0">
                <a:solidFill>
                  <a:srgbClr val="606861"/>
                </a:solidFill>
                <a:latin typeface="Arial"/>
                <a:ea typeface="Arial"/>
                <a:cs typeface="Arial"/>
              </a:defRPr>
            </a:lvl4pPr>
            <a:lvl5pPr>
              <a:defRPr sz="1950" b="0">
                <a:solidFill>
                  <a:srgbClr val="606861"/>
                </a:solidFill>
                <a:latin typeface="Arial"/>
                <a:ea typeface="Arial"/>
                <a:cs typeface="Arial"/>
              </a:defRPr>
            </a:lvl5pPr>
            <a:lvl6pPr>
              <a:defRPr sz="1950" b="0">
                <a:solidFill>
                  <a:srgbClr val="606861"/>
                </a:solidFill>
                <a:latin typeface="Arial"/>
                <a:ea typeface="Arial"/>
                <a:cs typeface="Arial"/>
              </a:defRPr>
            </a:lvl6pPr>
            <a:lvl7pPr>
              <a:defRPr sz="1950" b="0">
                <a:solidFill>
                  <a:srgbClr val="606861"/>
                </a:solidFill>
                <a:latin typeface="Arial"/>
                <a:ea typeface="Arial"/>
                <a:cs typeface="Arial"/>
              </a:defRPr>
            </a:lvl7pPr>
            <a:lvl8pPr>
              <a:defRPr sz="1950" b="0">
                <a:solidFill>
                  <a:srgbClr val="606861"/>
                </a:solidFill>
                <a:latin typeface="Arial"/>
                <a:ea typeface="Arial"/>
                <a:cs typeface="Arial"/>
              </a:defRPr>
            </a:lvl8pPr>
            <a:lvl9pPr>
              <a:defRPr sz="1950" b="0">
                <a:solidFill>
                  <a:srgbClr val="606861"/>
                </a:solidFill>
                <a:latin typeface="Arial"/>
                <a:ea typeface="Arial"/>
                <a:cs typeface="Arial"/>
              </a:defRPr>
            </a:lvl9pPr>
          </a:lstStyle>
          <a:p xmlns:a="http://schemas.openxmlformats.org/drawingml/2006/main">
            <a:pPr>
              <a:defRPr sz="1950" b="0">
                <a:solidFill>
                  <a:srgbClr val="606861"/>
                </a:solidFill>
                <a:latin typeface="Arial"/>
                <a:ea typeface="Arial"/>
                <a:cs typeface="Arial"/>
              </a:defRPr>
            </a:pPr>
            <a:r>
              <a:rPr sz="1950" b="0">
                <a:solidFill>
                  <a:srgbClr val="606861"/>
                </a:solidFill>
                <a:latin typeface="Arial"/>
                <a:ea typeface="Arial"/>
                <a:cs typeface="Arial"/>
              </a:rPr>
              <a:t>Staff selects Start chat. Both accounts exchange messages live.</a:t>
            </a:r>
          </a:p>
        </p:txBody>
      </p:sp>
      <p:sp>
        <p:nvSpPr>
          <p:cNvPr id="13" name="">
            <a:extLst xmlns:a="http://schemas.openxmlformats.org/drawingml/2006/main">
              <a:ext uri="{FF2B5EF4-FFF2-40B4-BE49-F238E27FC236}">
                <a16:creationId xmlns:a16="http://schemas.microsoft.com/office/drawing/2014/main" id="{B07231A2-2F93-4849-BFF0-8CADAF9EC975}"/>
              </a:ext>
            </a:extLst>
          </p:cNvPr>
          <p:cNvSpPr>
            <a:spLocks xmlns:a="http://schemas.openxmlformats.org/drawingml/2006/main" noGrp="1"/>
          </p:cNvSpPr>
          <p:nvPr/>
        </p:nvSpPr>
        <p:spPr>
          <a:xfrm xmlns:a="http://schemas.openxmlformats.org/drawingml/2006/main">
            <a:off x="685800" y="502920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94F40"/>
                </a:solidFill>
                <a:latin typeface="Arial"/>
                <a:ea typeface="Arial"/>
                <a:cs typeface="Arial"/>
              </a:defRPr>
            </a:defPPr>
            <a:lvl1pPr>
              <a:defRPr sz="2100" b="1">
                <a:solidFill>
                  <a:srgbClr val="294F40"/>
                </a:solidFill>
                <a:latin typeface="Arial"/>
                <a:ea typeface="Arial"/>
                <a:cs typeface="Arial"/>
              </a:defRPr>
            </a:lvl1pPr>
            <a:lvl2pPr>
              <a:defRPr sz="2100" b="1">
                <a:solidFill>
                  <a:srgbClr val="294F40"/>
                </a:solidFill>
                <a:latin typeface="Arial"/>
                <a:ea typeface="Arial"/>
                <a:cs typeface="Arial"/>
              </a:defRPr>
            </a:lvl2pPr>
            <a:lvl3pPr>
              <a:defRPr sz="2100" b="1">
                <a:solidFill>
                  <a:srgbClr val="294F40"/>
                </a:solidFill>
                <a:latin typeface="Arial"/>
                <a:ea typeface="Arial"/>
                <a:cs typeface="Arial"/>
              </a:defRPr>
            </a:lvl3pPr>
            <a:lvl4pPr>
              <a:defRPr sz="2100" b="1">
                <a:solidFill>
                  <a:srgbClr val="294F40"/>
                </a:solidFill>
                <a:latin typeface="Arial"/>
                <a:ea typeface="Arial"/>
                <a:cs typeface="Arial"/>
              </a:defRPr>
            </a:lvl4pPr>
            <a:lvl5pPr>
              <a:defRPr sz="2100" b="1">
                <a:solidFill>
                  <a:srgbClr val="294F40"/>
                </a:solidFill>
                <a:latin typeface="Arial"/>
                <a:ea typeface="Arial"/>
                <a:cs typeface="Arial"/>
              </a:defRPr>
            </a:lvl5pPr>
            <a:lvl6pPr>
              <a:defRPr sz="2100" b="1">
                <a:solidFill>
                  <a:srgbClr val="294F40"/>
                </a:solidFill>
                <a:latin typeface="Arial"/>
                <a:ea typeface="Arial"/>
                <a:cs typeface="Arial"/>
              </a:defRPr>
            </a:lvl6pPr>
            <a:lvl7pPr>
              <a:defRPr sz="2100" b="1">
                <a:solidFill>
                  <a:srgbClr val="294F40"/>
                </a:solidFill>
                <a:latin typeface="Arial"/>
                <a:ea typeface="Arial"/>
                <a:cs typeface="Arial"/>
              </a:defRPr>
            </a:lvl7pPr>
            <a:lvl8pPr>
              <a:defRPr sz="2100" b="1">
                <a:solidFill>
                  <a:srgbClr val="294F40"/>
                </a:solidFill>
                <a:latin typeface="Arial"/>
                <a:ea typeface="Arial"/>
                <a:cs typeface="Arial"/>
              </a:defRPr>
            </a:lvl8pPr>
            <a:lvl9pPr>
              <a:defRPr sz="2100" b="1">
                <a:solidFill>
                  <a:srgbClr val="294F40"/>
                </a:solidFill>
                <a:latin typeface="Arial"/>
                <a:ea typeface="Arial"/>
                <a:cs typeface="Arial"/>
              </a:defRPr>
            </a:lvl9pPr>
          </a:lstStyle>
          <a:p xmlns:a="http://schemas.openxmlformats.org/drawingml/2006/main">
            <a:pPr>
              <a:defRPr sz="2100" b="1">
                <a:solidFill>
                  <a:srgbClr val="294F40"/>
                </a:solidFill>
                <a:latin typeface="Arial"/>
                <a:ea typeface="Arial"/>
                <a:cs typeface="Arial"/>
              </a:defRPr>
            </a:pPr>
            <a:r>
              <a:rPr sz="2100" b="1">
                <a:solidFill>
                  <a:srgbClr val="294F40"/>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D88417CC-B0C5-4C7A-8BFA-528B235A4C57}"/>
              </a:ext>
            </a:extLst>
          </p:cNvPr>
          <p:cNvSpPr>
            <a:spLocks xmlns:a="http://schemas.openxmlformats.org/drawingml/2006/main" noGrp="1"/>
          </p:cNvSpPr>
          <p:nvPr/>
        </p:nvSpPr>
        <p:spPr>
          <a:xfrm xmlns:a="http://schemas.openxmlformats.org/drawingml/2006/main">
            <a:off x="1619250" y="5029200"/>
            <a:ext cx="276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32B27"/>
                </a:solidFill>
                <a:latin typeface="Arial"/>
                <a:ea typeface="Arial"/>
                <a:cs typeface="Arial"/>
              </a:defRPr>
            </a:defPPr>
            <a:lvl1pPr>
              <a:defRPr sz="2175" b="1">
                <a:solidFill>
                  <a:srgbClr val="232B27"/>
                </a:solidFill>
                <a:latin typeface="Arial"/>
                <a:ea typeface="Arial"/>
                <a:cs typeface="Arial"/>
              </a:defRPr>
            </a:lvl1pPr>
            <a:lvl2pPr>
              <a:defRPr sz="2175" b="1">
                <a:solidFill>
                  <a:srgbClr val="232B27"/>
                </a:solidFill>
                <a:latin typeface="Arial"/>
                <a:ea typeface="Arial"/>
                <a:cs typeface="Arial"/>
              </a:defRPr>
            </a:lvl2pPr>
            <a:lvl3pPr>
              <a:defRPr sz="2175" b="1">
                <a:solidFill>
                  <a:srgbClr val="232B27"/>
                </a:solidFill>
                <a:latin typeface="Arial"/>
                <a:ea typeface="Arial"/>
                <a:cs typeface="Arial"/>
              </a:defRPr>
            </a:lvl3pPr>
            <a:lvl4pPr>
              <a:defRPr sz="2175" b="1">
                <a:solidFill>
                  <a:srgbClr val="232B27"/>
                </a:solidFill>
                <a:latin typeface="Arial"/>
                <a:ea typeface="Arial"/>
                <a:cs typeface="Arial"/>
              </a:defRPr>
            </a:lvl4pPr>
            <a:lvl5pPr>
              <a:defRPr sz="2175" b="1">
                <a:solidFill>
                  <a:srgbClr val="232B27"/>
                </a:solidFill>
                <a:latin typeface="Arial"/>
                <a:ea typeface="Arial"/>
                <a:cs typeface="Arial"/>
              </a:defRPr>
            </a:lvl5pPr>
            <a:lvl6pPr>
              <a:defRPr sz="2175" b="1">
                <a:solidFill>
                  <a:srgbClr val="232B27"/>
                </a:solidFill>
                <a:latin typeface="Arial"/>
                <a:ea typeface="Arial"/>
                <a:cs typeface="Arial"/>
              </a:defRPr>
            </a:lvl6pPr>
            <a:lvl7pPr>
              <a:defRPr sz="2175" b="1">
                <a:solidFill>
                  <a:srgbClr val="232B27"/>
                </a:solidFill>
                <a:latin typeface="Arial"/>
                <a:ea typeface="Arial"/>
                <a:cs typeface="Arial"/>
              </a:defRPr>
            </a:lvl7pPr>
            <a:lvl8pPr>
              <a:defRPr sz="2175" b="1">
                <a:solidFill>
                  <a:srgbClr val="232B27"/>
                </a:solidFill>
                <a:latin typeface="Arial"/>
                <a:ea typeface="Arial"/>
                <a:cs typeface="Arial"/>
              </a:defRPr>
            </a:lvl8pPr>
            <a:lvl9pPr>
              <a:defRPr sz="2175" b="1">
                <a:solidFill>
                  <a:srgbClr val="232B27"/>
                </a:solidFill>
                <a:latin typeface="Arial"/>
                <a:ea typeface="Arial"/>
                <a:cs typeface="Arial"/>
              </a:defRPr>
            </a:lvl9pPr>
          </a:lstStyle>
          <a:p xmlns:a="http://schemas.openxmlformats.org/drawingml/2006/main">
            <a:pPr>
              <a:defRPr sz="2175" b="1">
                <a:solidFill>
                  <a:srgbClr val="232B27"/>
                </a:solidFill>
                <a:latin typeface="Arial"/>
                <a:ea typeface="Arial"/>
                <a:cs typeface="Arial"/>
              </a:defRPr>
            </a:pPr>
            <a:r>
              <a:rPr sz="2175" b="1">
                <a:solidFill>
                  <a:srgbClr val="232B27"/>
                </a:solidFill>
                <a:latin typeface="Arial"/>
                <a:ea typeface="Arial"/>
                <a:cs typeface="Arial"/>
              </a:rPr>
              <a:t>Resolution</a:t>
            </a:r>
          </a:p>
        </p:txBody>
      </p:sp>
      <p:sp>
        <p:nvSpPr>
          <p:cNvPr id="15" name="">
            <a:extLst xmlns:a="http://schemas.openxmlformats.org/drawingml/2006/main">
              <a:ext uri="{FF2B5EF4-FFF2-40B4-BE49-F238E27FC236}">
                <a16:creationId xmlns:a16="http://schemas.microsoft.com/office/drawing/2014/main" id="{FA332DC3-EFB3-499F-846B-2E643AA11907}"/>
              </a:ext>
            </a:extLst>
          </p:cNvPr>
          <p:cNvSpPr>
            <a:spLocks xmlns:a="http://schemas.openxmlformats.org/drawingml/2006/main" noGrp="1"/>
          </p:cNvSpPr>
          <p:nvPr/>
        </p:nvSpPr>
        <p:spPr>
          <a:xfrm xmlns:a="http://schemas.openxmlformats.org/drawingml/2006/main">
            <a:off x="4714875" y="5029200"/>
            <a:ext cx="676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06861"/>
                </a:solidFill>
                <a:latin typeface="Arial"/>
                <a:ea typeface="Arial"/>
                <a:cs typeface="Arial"/>
              </a:defRPr>
            </a:defPPr>
            <a:lvl1pPr>
              <a:defRPr sz="1950" b="0">
                <a:solidFill>
                  <a:srgbClr val="606861"/>
                </a:solidFill>
                <a:latin typeface="Arial"/>
                <a:ea typeface="Arial"/>
                <a:cs typeface="Arial"/>
              </a:defRPr>
            </a:lvl1pPr>
            <a:lvl2pPr>
              <a:defRPr sz="1950" b="0">
                <a:solidFill>
                  <a:srgbClr val="606861"/>
                </a:solidFill>
                <a:latin typeface="Arial"/>
                <a:ea typeface="Arial"/>
                <a:cs typeface="Arial"/>
              </a:defRPr>
            </a:lvl2pPr>
            <a:lvl3pPr>
              <a:defRPr sz="1950" b="0">
                <a:solidFill>
                  <a:srgbClr val="606861"/>
                </a:solidFill>
                <a:latin typeface="Arial"/>
                <a:ea typeface="Arial"/>
                <a:cs typeface="Arial"/>
              </a:defRPr>
            </a:lvl3pPr>
            <a:lvl4pPr>
              <a:defRPr sz="1950" b="0">
                <a:solidFill>
                  <a:srgbClr val="606861"/>
                </a:solidFill>
                <a:latin typeface="Arial"/>
                <a:ea typeface="Arial"/>
                <a:cs typeface="Arial"/>
              </a:defRPr>
            </a:lvl4pPr>
            <a:lvl5pPr>
              <a:defRPr sz="1950" b="0">
                <a:solidFill>
                  <a:srgbClr val="606861"/>
                </a:solidFill>
                <a:latin typeface="Arial"/>
                <a:ea typeface="Arial"/>
                <a:cs typeface="Arial"/>
              </a:defRPr>
            </a:lvl5pPr>
            <a:lvl6pPr>
              <a:defRPr sz="1950" b="0">
                <a:solidFill>
                  <a:srgbClr val="606861"/>
                </a:solidFill>
                <a:latin typeface="Arial"/>
                <a:ea typeface="Arial"/>
                <a:cs typeface="Arial"/>
              </a:defRPr>
            </a:lvl6pPr>
            <a:lvl7pPr>
              <a:defRPr sz="1950" b="0">
                <a:solidFill>
                  <a:srgbClr val="606861"/>
                </a:solidFill>
                <a:latin typeface="Arial"/>
                <a:ea typeface="Arial"/>
                <a:cs typeface="Arial"/>
              </a:defRPr>
            </a:lvl7pPr>
            <a:lvl8pPr>
              <a:defRPr sz="1950" b="0">
                <a:solidFill>
                  <a:srgbClr val="606861"/>
                </a:solidFill>
                <a:latin typeface="Arial"/>
                <a:ea typeface="Arial"/>
                <a:cs typeface="Arial"/>
              </a:defRPr>
            </a:lvl8pPr>
            <a:lvl9pPr>
              <a:defRPr sz="1950" b="0">
                <a:solidFill>
                  <a:srgbClr val="606861"/>
                </a:solidFill>
                <a:latin typeface="Arial"/>
                <a:ea typeface="Arial"/>
                <a:cs typeface="Arial"/>
              </a:defRPr>
            </a:lvl9pPr>
          </a:lstStyle>
          <a:p xmlns:a="http://schemas.openxmlformats.org/drawingml/2006/main">
            <a:pPr>
              <a:defRPr sz="1950" b="0">
                <a:solidFill>
                  <a:srgbClr val="606861"/>
                </a:solidFill>
                <a:latin typeface="Arial"/>
                <a:ea typeface="Arial"/>
                <a:cs typeface="Arial"/>
              </a:defRPr>
            </a:pPr>
            <a:r>
              <a:rPr sz="1950" b="0">
                <a:solidFill>
                  <a:srgbClr val="606861"/>
                </a:solidFill>
                <a:latin typeface="Arial"/>
                <a:ea typeface="Arial"/>
                <a:cs typeface="Arial"/>
              </a:rPr>
              <a:t>Close the chat, with an option to reopen or start a new AI chat.</a:t>
            </a:r>
          </a:p>
        </p:txBody>
      </p:sp>
    </p:spTree>
    <p:extLst>
      <p:ext uri="{BB962C8B-B14F-4D97-AF65-F5344CB8AC3E}">
        <p14:creationId xmlns:p14="http://schemas.microsoft.com/office/powerpoint/2010/main" val="1070210667"/>
      </p:ext>
    </p:extLst>
  </p:cSld>
</p:sld>
</file>

<file path=ppt/slides/slide11.xml><?xml version="1.0" encoding="utf-8"?>
<p:sld xmlns:p="http://schemas.openxmlformats.org/presentationml/2006/main">
  <p:cSld>
    <p:bg>
      <p:bgPr>
        <a:solidFill xmlns:a="http://schemas.openxmlformats.org/drawingml/2006/main">
          <a:srgbClr val="294F4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BC5540-47AD-49F4-A272-5E2BF1AC6AB1}"/>
              </a:ext>
            </a:extLst>
          </p:cNvPr>
          <p:cNvSpPr>
            <a:spLocks xmlns:a="http://schemas.openxmlformats.org/drawingml/2006/main" noGrp="1"/>
          </p:cNvSpPr>
          <p:nvPr/>
        </p:nvSpPr>
        <p:spPr>
          <a:xfrm xmlns:a="http://schemas.openxmlformats.org/drawingml/2006/main">
            <a:off x="685800" y="361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DBE6DD"/>
                </a:solidFill>
                <a:latin typeface="Arial"/>
                <a:ea typeface="Arial"/>
                <a:cs typeface="Arial"/>
              </a:defRPr>
            </a:defPPr>
            <a:lvl1pPr>
              <a:defRPr sz="1350" b="1">
                <a:solidFill>
                  <a:srgbClr val="DBE6DD"/>
                </a:solidFill>
                <a:latin typeface="Arial"/>
                <a:ea typeface="Arial"/>
                <a:cs typeface="Arial"/>
              </a:defRPr>
            </a:lvl1pPr>
            <a:lvl2pPr>
              <a:defRPr sz="1350" b="1">
                <a:solidFill>
                  <a:srgbClr val="DBE6DD"/>
                </a:solidFill>
                <a:latin typeface="Arial"/>
                <a:ea typeface="Arial"/>
                <a:cs typeface="Arial"/>
              </a:defRPr>
            </a:lvl2pPr>
            <a:lvl3pPr>
              <a:defRPr sz="1350" b="1">
                <a:solidFill>
                  <a:srgbClr val="DBE6DD"/>
                </a:solidFill>
                <a:latin typeface="Arial"/>
                <a:ea typeface="Arial"/>
                <a:cs typeface="Arial"/>
              </a:defRPr>
            </a:lvl3pPr>
            <a:lvl4pPr>
              <a:defRPr sz="1350" b="1">
                <a:solidFill>
                  <a:srgbClr val="DBE6DD"/>
                </a:solidFill>
                <a:latin typeface="Arial"/>
                <a:ea typeface="Arial"/>
                <a:cs typeface="Arial"/>
              </a:defRPr>
            </a:lvl4pPr>
            <a:lvl5pPr>
              <a:defRPr sz="1350" b="1">
                <a:solidFill>
                  <a:srgbClr val="DBE6DD"/>
                </a:solidFill>
                <a:latin typeface="Arial"/>
                <a:ea typeface="Arial"/>
                <a:cs typeface="Arial"/>
              </a:defRPr>
            </a:lvl5pPr>
            <a:lvl6pPr>
              <a:defRPr sz="1350" b="1">
                <a:solidFill>
                  <a:srgbClr val="DBE6DD"/>
                </a:solidFill>
                <a:latin typeface="Arial"/>
                <a:ea typeface="Arial"/>
                <a:cs typeface="Arial"/>
              </a:defRPr>
            </a:lvl6pPr>
            <a:lvl7pPr>
              <a:defRPr sz="1350" b="1">
                <a:solidFill>
                  <a:srgbClr val="DBE6DD"/>
                </a:solidFill>
                <a:latin typeface="Arial"/>
                <a:ea typeface="Arial"/>
                <a:cs typeface="Arial"/>
              </a:defRPr>
            </a:lvl7pPr>
            <a:lvl8pPr>
              <a:defRPr sz="1350" b="1">
                <a:solidFill>
                  <a:srgbClr val="DBE6DD"/>
                </a:solidFill>
                <a:latin typeface="Arial"/>
                <a:ea typeface="Arial"/>
                <a:cs typeface="Arial"/>
              </a:defRPr>
            </a:lvl8pPr>
            <a:lvl9pPr>
              <a:defRPr sz="1350" b="1">
                <a:solidFill>
                  <a:srgbClr val="DBE6DD"/>
                </a:solidFill>
                <a:latin typeface="Arial"/>
                <a:ea typeface="Arial"/>
                <a:cs typeface="Arial"/>
              </a:defRPr>
            </a:lvl9pPr>
          </a:lstStyle>
          <a:p xmlns:a="http://schemas.openxmlformats.org/drawingml/2006/main">
            <a:pPr>
              <a:defRPr sz="1350" b="1">
                <a:solidFill>
                  <a:srgbClr val="DBE6DD"/>
                </a:solidFill>
                <a:latin typeface="Arial"/>
                <a:ea typeface="Arial"/>
                <a:cs typeface="Arial"/>
              </a:defRPr>
            </a:pPr>
            <a:r>
              <a:rPr sz="1350" b="1">
                <a:solidFill>
                  <a:srgbClr val="DBE6DD"/>
                </a:solidFill>
                <a:latin typeface="Arial"/>
                <a:ea typeface="Arial"/>
                <a:cs typeface="Arial"/>
              </a:rPr>
              <a:t>08  CONCLUSION</a:t>
            </a:r>
          </a:p>
        </p:txBody>
      </p:sp>
      <p:sp>
        <p:nvSpPr>
          <p:cNvPr id="2" name="">
            <a:extLst xmlns:a="http://schemas.openxmlformats.org/drawingml/2006/main">
              <a:ext uri="{FF2B5EF4-FFF2-40B4-BE49-F238E27FC236}">
                <a16:creationId xmlns:a16="http://schemas.microsoft.com/office/drawing/2014/main" id="{DE78CF9C-F04E-43E4-AD2A-3322C84D6609}"/>
              </a:ext>
            </a:extLst>
          </p:cNvPr>
          <p:cNvSpPr>
            <a:spLocks xmlns:a="http://schemas.openxmlformats.org/drawingml/2006/main" noGrp="1"/>
          </p:cNvSpPr>
          <p:nvPr/>
        </p:nvSpPr>
        <p:spPr>
          <a:xfrm xmlns:a="http://schemas.openxmlformats.org/drawingml/2006/main">
            <a:off x="685800" y="952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Campus support with a clear next step</a:t>
            </a:r>
          </a:p>
        </p:txBody>
      </p:sp>
      <p:sp>
        <p:nvSpPr>
          <p:cNvPr id="3" name="">
            <a:extLst xmlns:a="http://schemas.openxmlformats.org/drawingml/2006/main">
              <a:ext uri="{FF2B5EF4-FFF2-40B4-BE49-F238E27FC236}">
                <a16:creationId xmlns:a16="http://schemas.microsoft.com/office/drawing/2014/main" id="{8EC450F1-DB8D-4337-8F13-CEB8DFD179AF}"/>
              </a:ext>
            </a:extLst>
          </p:cNvPr>
          <p:cNvSpPr>
            <a:spLocks xmlns:a="http://schemas.openxmlformats.org/drawingml/2006/main" noGrp="1"/>
          </p:cNvSpPr>
          <p:nvPr/>
        </p:nvSpPr>
        <p:spPr>
          <a:xfrm xmlns:a="http://schemas.openxmlformats.org/drawingml/2006/main">
            <a:off x="685800" y="641985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DBE6DD"/>
                </a:solidFill>
                <a:latin typeface="Arial"/>
                <a:ea typeface="Arial"/>
                <a:cs typeface="Arial"/>
              </a:defRPr>
            </a:defPPr>
            <a:lvl1pPr>
              <a:defRPr sz="1050" b="0">
                <a:solidFill>
                  <a:srgbClr val="DBE6DD"/>
                </a:solidFill>
                <a:latin typeface="Arial"/>
                <a:ea typeface="Arial"/>
                <a:cs typeface="Arial"/>
              </a:defRPr>
            </a:lvl1pPr>
            <a:lvl2pPr>
              <a:defRPr sz="1050" b="0">
                <a:solidFill>
                  <a:srgbClr val="DBE6DD"/>
                </a:solidFill>
                <a:latin typeface="Arial"/>
                <a:ea typeface="Arial"/>
                <a:cs typeface="Arial"/>
              </a:defRPr>
            </a:lvl2pPr>
            <a:lvl3pPr>
              <a:defRPr sz="1050" b="0">
                <a:solidFill>
                  <a:srgbClr val="DBE6DD"/>
                </a:solidFill>
                <a:latin typeface="Arial"/>
                <a:ea typeface="Arial"/>
                <a:cs typeface="Arial"/>
              </a:defRPr>
            </a:lvl3pPr>
            <a:lvl4pPr>
              <a:defRPr sz="1050" b="0">
                <a:solidFill>
                  <a:srgbClr val="DBE6DD"/>
                </a:solidFill>
                <a:latin typeface="Arial"/>
                <a:ea typeface="Arial"/>
                <a:cs typeface="Arial"/>
              </a:defRPr>
            </a:lvl4pPr>
            <a:lvl5pPr>
              <a:defRPr sz="1050" b="0">
                <a:solidFill>
                  <a:srgbClr val="DBE6DD"/>
                </a:solidFill>
                <a:latin typeface="Arial"/>
                <a:ea typeface="Arial"/>
                <a:cs typeface="Arial"/>
              </a:defRPr>
            </a:lvl5pPr>
            <a:lvl6pPr>
              <a:defRPr sz="1050" b="0">
                <a:solidFill>
                  <a:srgbClr val="DBE6DD"/>
                </a:solidFill>
                <a:latin typeface="Arial"/>
                <a:ea typeface="Arial"/>
                <a:cs typeface="Arial"/>
              </a:defRPr>
            </a:lvl6pPr>
            <a:lvl7pPr>
              <a:defRPr sz="1050" b="0">
                <a:solidFill>
                  <a:srgbClr val="DBE6DD"/>
                </a:solidFill>
                <a:latin typeface="Arial"/>
                <a:ea typeface="Arial"/>
                <a:cs typeface="Arial"/>
              </a:defRPr>
            </a:lvl7pPr>
            <a:lvl8pPr>
              <a:defRPr sz="1050" b="0">
                <a:solidFill>
                  <a:srgbClr val="DBE6DD"/>
                </a:solidFill>
                <a:latin typeface="Arial"/>
                <a:ea typeface="Arial"/>
                <a:cs typeface="Arial"/>
              </a:defRPr>
            </a:lvl8pPr>
            <a:lvl9pPr>
              <a:defRPr sz="1050" b="0">
                <a:solidFill>
                  <a:srgbClr val="DBE6DD"/>
                </a:solidFill>
                <a:latin typeface="Arial"/>
                <a:ea typeface="Arial"/>
                <a:cs typeface="Arial"/>
              </a:defRPr>
            </a:lvl9pPr>
          </a:lstStyle>
          <a:p xmlns:a="http://schemas.openxmlformats.org/drawingml/2006/main">
            <a:pPr>
              <a:defRPr sz="1050" b="0">
                <a:solidFill>
                  <a:srgbClr val="DBE6DD"/>
                </a:solidFill>
                <a:latin typeface="Arial"/>
                <a:ea typeface="Arial"/>
                <a:cs typeface="Arial"/>
              </a:defRPr>
            </a:pPr>
            <a:r>
              <a:rPr sz="1050" b="0">
                <a:solidFill>
                  <a:srgbClr val="DBE6DD"/>
                </a:solidFill>
                <a:latin typeface="Arial"/>
                <a:ea typeface="Arial"/>
                <a:cs typeface="Arial"/>
              </a:rPr>
              <a:t>CAMPUS HELPDESK     /     11</a:t>
            </a:r>
          </a:p>
        </p:txBody>
      </p:sp>
      <p:sp>
        <p:nvSpPr>
          <p:cNvPr id="4" name="">
            <a:extLst xmlns:a="http://schemas.openxmlformats.org/drawingml/2006/main">
              <a:ext uri="{FF2B5EF4-FFF2-40B4-BE49-F238E27FC236}">
                <a16:creationId xmlns:a16="http://schemas.microsoft.com/office/drawing/2014/main" id="{5AC52539-850D-4E2C-8C0C-6FDE1AAD662A}"/>
              </a:ext>
            </a:extLst>
          </p:cNvPr>
          <p:cNvSpPr>
            <a:spLocks xmlns:a="http://schemas.openxmlformats.org/drawingml/2006/main" noGrp="1"/>
          </p:cNvSpPr>
          <p:nvPr/>
        </p:nvSpPr>
        <p:spPr>
          <a:xfrm xmlns:a="http://schemas.openxmlformats.org/drawingml/2006/main">
            <a:off x="685800" y="223837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DBE6DD"/>
                </a:solidFill>
                <a:latin typeface="Arial"/>
                <a:ea typeface="Arial"/>
                <a:cs typeface="Arial"/>
              </a:defRPr>
            </a:defPPr>
            <a:lvl1pPr>
              <a:defRPr sz="2325" b="1">
                <a:solidFill>
                  <a:srgbClr val="DBE6DD"/>
                </a:solidFill>
                <a:latin typeface="Arial"/>
                <a:ea typeface="Arial"/>
                <a:cs typeface="Arial"/>
              </a:defRPr>
            </a:lvl1pPr>
            <a:lvl2pPr>
              <a:defRPr sz="2325" b="1">
                <a:solidFill>
                  <a:srgbClr val="DBE6DD"/>
                </a:solidFill>
                <a:latin typeface="Arial"/>
                <a:ea typeface="Arial"/>
                <a:cs typeface="Arial"/>
              </a:defRPr>
            </a:lvl2pPr>
            <a:lvl3pPr>
              <a:defRPr sz="2325" b="1">
                <a:solidFill>
                  <a:srgbClr val="DBE6DD"/>
                </a:solidFill>
                <a:latin typeface="Arial"/>
                <a:ea typeface="Arial"/>
                <a:cs typeface="Arial"/>
              </a:defRPr>
            </a:lvl3pPr>
            <a:lvl4pPr>
              <a:defRPr sz="2325" b="1">
                <a:solidFill>
                  <a:srgbClr val="DBE6DD"/>
                </a:solidFill>
                <a:latin typeface="Arial"/>
                <a:ea typeface="Arial"/>
                <a:cs typeface="Arial"/>
              </a:defRPr>
            </a:lvl4pPr>
            <a:lvl5pPr>
              <a:defRPr sz="2325" b="1">
                <a:solidFill>
                  <a:srgbClr val="DBE6DD"/>
                </a:solidFill>
                <a:latin typeface="Arial"/>
                <a:ea typeface="Arial"/>
                <a:cs typeface="Arial"/>
              </a:defRPr>
            </a:lvl5pPr>
            <a:lvl6pPr>
              <a:defRPr sz="2325" b="1">
                <a:solidFill>
                  <a:srgbClr val="DBE6DD"/>
                </a:solidFill>
                <a:latin typeface="Arial"/>
                <a:ea typeface="Arial"/>
                <a:cs typeface="Arial"/>
              </a:defRPr>
            </a:lvl6pPr>
            <a:lvl7pPr>
              <a:defRPr sz="2325" b="1">
                <a:solidFill>
                  <a:srgbClr val="DBE6DD"/>
                </a:solidFill>
                <a:latin typeface="Arial"/>
                <a:ea typeface="Arial"/>
                <a:cs typeface="Arial"/>
              </a:defRPr>
            </a:lvl7pPr>
            <a:lvl8pPr>
              <a:defRPr sz="2325" b="1">
                <a:solidFill>
                  <a:srgbClr val="DBE6DD"/>
                </a:solidFill>
                <a:latin typeface="Arial"/>
                <a:ea typeface="Arial"/>
                <a:cs typeface="Arial"/>
              </a:defRPr>
            </a:lvl8pPr>
            <a:lvl9pPr>
              <a:defRPr sz="2325" b="1">
                <a:solidFill>
                  <a:srgbClr val="DBE6DD"/>
                </a:solidFill>
                <a:latin typeface="Arial"/>
                <a:ea typeface="Arial"/>
                <a:cs typeface="Arial"/>
              </a:defRPr>
            </a:lvl9pPr>
          </a:lstStyle>
          <a:p xmlns:a="http://schemas.openxmlformats.org/drawingml/2006/main">
            <a:pPr>
              <a:defRPr sz="2325" b="1">
                <a:solidFill>
                  <a:srgbClr val="DBE6DD"/>
                </a:solidFill>
                <a:latin typeface="Arial"/>
                <a:ea typeface="Arial"/>
                <a:cs typeface="Arial"/>
              </a:defRPr>
            </a:pPr>
            <a:r>
              <a:rPr sz="2325" b="1">
                <a:solidFill>
                  <a:srgbClr val="DBE6DD"/>
                </a:solidFill>
                <a:latin typeface="Arial"/>
                <a:ea typeface="Arial"/>
                <a:cs typeface="Arial"/>
              </a:rPr>
              <a:t>Today</a:t>
            </a:r>
          </a:p>
        </p:txBody>
      </p:sp>
      <p:sp>
        <p:nvSpPr>
          <p:cNvPr id="5" name="">
            <a:extLst xmlns:a="http://schemas.openxmlformats.org/drawingml/2006/main">
              <a:ext uri="{FF2B5EF4-FFF2-40B4-BE49-F238E27FC236}">
                <a16:creationId xmlns:a16="http://schemas.microsoft.com/office/drawing/2014/main" id="{D20D8CA5-CBE1-4963-BCDC-383065656FF0}"/>
              </a:ext>
            </a:extLst>
          </p:cNvPr>
          <p:cNvSpPr>
            <a:spLocks xmlns:a="http://schemas.openxmlformats.org/drawingml/2006/main" noGrp="1"/>
          </p:cNvSpPr>
          <p:nvPr/>
        </p:nvSpPr>
        <p:spPr>
          <a:xfrm xmlns:a="http://schemas.openxmlformats.org/drawingml/2006/main">
            <a:off x="3381375" y="2238375"/>
            <a:ext cx="7953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FFFFFF"/>
                </a:solidFill>
                <a:latin typeface="Arial"/>
                <a:ea typeface="Arial"/>
                <a:cs typeface="Arial"/>
              </a:defRPr>
            </a:defPPr>
            <a:lvl1pPr>
              <a:defRPr sz="3225" b="0">
                <a:solidFill>
                  <a:srgbClr val="FFFFFF"/>
                </a:solidFill>
                <a:latin typeface="Arial"/>
                <a:ea typeface="Arial"/>
                <a:cs typeface="Arial"/>
              </a:defRPr>
            </a:lvl1pPr>
            <a:lvl2pPr>
              <a:defRPr sz="3225" b="0">
                <a:solidFill>
                  <a:srgbClr val="FFFFFF"/>
                </a:solidFill>
                <a:latin typeface="Arial"/>
                <a:ea typeface="Arial"/>
                <a:cs typeface="Arial"/>
              </a:defRPr>
            </a:lvl2pPr>
            <a:lvl3pPr>
              <a:defRPr sz="3225" b="0">
                <a:solidFill>
                  <a:srgbClr val="FFFFFF"/>
                </a:solidFill>
                <a:latin typeface="Arial"/>
                <a:ea typeface="Arial"/>
                <a:cs typeface="Arial"/>
              </a:defRPr>
            </a:lvl3pPr>
            <a:lvl4pPr>
              <a:defRPr sz="3225" b="0">
                <a:solidFill>
                  <a:srgbClr val="FFFFFF"/>
                </a:solidFill>
                <a:latin typeface="Arial"/>
                <a:ea typeface="Arial"/>
                <a:cs typeface="Arial"/>
              </a:defRPr>
            </a:lvl4pPr>
            <a:lvl5pPr>
              <a:defRPr sz="3225" b="0">
                <a:solidFill>
                  <a:srgbClr val="FFFFFF"/>
                </a:solidFill>
                <a:latin typeface="Arial"/>
                <a:ea typeface="Arial"/>
                <a:cs typeface="Arial"/>
              </a:defRPr>
            </a:lvl5pPr>
            <a:lvl6pPr>
              <a:defRPr sz="3225" b="0">
                <a:solidFill>
                  <a:srgbClr val="FFFFFF"/>
                </a:solidFill>
                <a:latin typeface="Arial"/>
                <a:ea typeface="Arial"/>
                <a:cs typeface="Arial"/>
              </a:defRPr>
            </a:lvl6pPr>
            <a:lvl7pPr>
              <a:defRPr sz="3225" b="0">
                <a:solidFill>
                  <a:srgbClr val="FFFFFF"/>
                </a:solidFill>
                <a:latin typeface="Arial"/>
                <a:ea typeface="Arial"/>
                <a:cs typeface="Arial"/>
              </a:defRPr>
            </a:lvl7pPr>
            <a:lvl8pPr>
              <a:defRPr sz="3225" b="0">
                <a:solidFill>
                  <a:srgbClr val="FFFFFF"/>
                </a:solidFill>
                <a:latin typeface="Arial"/>
                <a:ea typeface="Arial"/>
                <a:cs typeface="Arial"/>
              </a:defRPr>
            </a:lvl8pPr>
            <a:lvl9pPr>
              <a:defRPr sz="3225" b="0">
                <a:solidFill>
                  <a:srgbClr val="FFFFFF"/>
                </a:solidFill>
                <a:latin typeface="Arial"/>
                <a:ea typeface="Arial"/>
                <a:cs typeface="Arial"/>
              </a:defRPr>
            </a:lvl9pPr>
          </a:lstStyle>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Source-backed answers and</a:t>
            </a:r>
          </a:p>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consent-based staff tickets</a:t>
            </a:r>
          </a:p>
        </p:txBody>
      </p:sp>
      <p:sp>
        <p:nvSpPr>
          <p:cNvPr id="6" name="">
            <a:extLst xmlns:a="http://schemas.openxmlformats.org/drawingml/2006/main">
              <a:ext uri="{FF2B5EF4-FFF2-40B4-BE49-F238E27FC236}">
                <a16:creationId xmlns:a16="http://schemas.microsoft.com/office/drawing/2014/main" id="{D97A1D96-682A-413D-B849-95DC8B00E749}"/>
              </a:ext>
            </a:extLst>
          </p:cNvPr>
          <p:cNvSpPr>
            <a:spLocks xmlns:a="http://schemas.openxmlformats.org/drawingml/2006/main" noGrp="1"/>
          </p:cNvSpPr>
          <p:nvPr/>
        </p:nvSpPr>
        <p:spPr>
          <a:xfrm xmlns:a="http://schemas.openxmlformats.org/drawingml/2006/main">
            <a:off x="685800" y="414337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DBE6DD"/>
                </a:solidFill>
                <a:latin typeface="Arial"/>
                <a:ea typeface="Arial"/>
                <a:cs typeface="Arial"/>
              </a:defRPr>
            </a:defPPr>
            <a:lvl1pPr>
              <a:defRPr sz="2325" b="1">
                <a:solidFill>
                  <a:srgbClr val="DBE6DD"/>
                </a:solidFill>
                <a:latin typeface="Arial"/>
                <a:ea typeface="Arial"/>
                <a:cs typeface="Arial"/>
              </a:defRPr>
            </a:lvl1pPr>
            <a:lvl2pPr>
              <a:defRPr sz="2325" b="1">
                <a:solidFill>
                  <a:srgbClr val="DBE6DD"/>
                </a:solidFill>
                <a:latin typeface="Arial"/>
                <a:ea typeface="Arial"/>
                <a:cs typeface="Arial"/>
              </a:defRPr>
            </a:lvl2pPr>
            <a:lvl3pPr>
              <a:defRPr sz="2325" b="1">
                <a:solidFill>
                  <a:srgbClr val="DBE6DD"/>
                </a:solidFill>
                <a:latin typeface="Arial"/>
                <a:ea typeface="Arial"/>
                <a:cs typeface="Arial"/>
              </a:defRPr>
            </a:lvl3pPr>
            <a:lvl4pPr>
              <a:defRPr sz="2325" b="1">
                <a:solidFill>
                  <a:srgbClr val="DBE6DD"/>
                </a:solidFill>
                <a:latin typeface="Arial"/>
                <a:ea typeface="Arial"/>
                <a:cs typeface="Arial"/>
              </a:defRPr>
            </a:lvl4pPr>
            <a:lvl5pPr>
              <a:defRPr sz="2325" b="1">
                <a:solidFill>
                  <a:srgbClr val="DBE6DD"/>
                </a:solidFill>
                <a:latin typeface="Arial"/>
                <a:ea typeface="Arial"/>
                <a:cs typeface="Arial"/>
              </a:defRPr>
            </a:lvl5pPr>
            <a:lvl6pPr>
              <a:defRPr sz="2325" b="1">
                <a:solidFill>
                  <a:srgbClr val="DBE6DD"/>
                </a:solidFill>
                <a:latin typeface="Arial"/>
                <a:ea typeface="Arial"/>
                <a:cs typeface="Arial"/>
              </a:defRPr>
            </a:lvl6pPr>
            <a:lvl7pPr>
              <a:defRPr sz="2325" b="1">
                <a:solidFill>
                  <a:srgbClr val="DBE6DD"/>
                </a:solidFill>
                <a:latin typeface="Arial"/>
                <a:ea typeface="Arial"/>
                <a:cs typeface="Arial"/>
              </a:defRPr>
            </a:lvl7pPr>
            <a:lvl8pPr>
              <a:defRPr sz="2325" b="1">
                <a:solidFill>
                  <a:srgbClr val="DBE6DD"/>
                </a:solidFill>
                <a:latin typeface="Arial"/>
                <a:ea typeface="Arial"/>
                <a:cs typeface="Arial"/>
              </a:defRPr>
            </a:lvl8pPr>
            <a:lvl9pPr>
              <a:defRPr sz="2325" b="1">
                <a:solidFill>
                  <a:srgbClr val="DBE6DD"/>
                </a:solidFill>
                <a:latin typeface="Arial"/>
                <a:ea typeface="Arial"/>
                <a:cs typeface="Arial"/>
              </a:defRPr>
            </a:lvl9pPr>
          </a:lstStyle>
          <a:p xmlns:a="http://schemas.openxmlformats.org/drawingml/2006/main">
            <a:pPr>
              <a:defRPr sz="2325" b="1">
                <a:solidFill>
                  <a:srgbClr val="DBE6DD"/>
                </a:solidFill>
                <a:latin typeface="Arial"/>
                <a:ea typeface="Arial"/>
                <a:cs typeface="Arial"/>
              </a:defRPr>
            </a:pPr>
            <a:r>
              <a:rPr sz="2325" b="1">
                <a:solidFill>
                  <a:srgbClr val="DBE6DD"/>
                </a:solidFill>
                <a:latin typeface="Arial"/>
                <a:ea typeface="Arial"/>
                <a:cs typeface="Arial"/>
              </a:rPr>
              <a:t>Next</a:t>
            </a:r>
          </a:p>
        </p:txBody>
      </p:sp>
      <p:sp>
        <p:nvSpPr>
          <p:cNvPr id="7" name="">
            <a:extLst xmlns:a="http://schemas.openxmlformats.org/drawingml/2006/main">
              <a:ext uri="{FF2B5EF4-FFF2-40B4-BE49-F238E27FC236}">
                <a16:creationId xmlns:a16="http://schemas.microsoft.com/office/drawing/2014/main" id="{40ADC122-18B0-4883-AEB7-C812ECE62ABC}"/>
              </a:ext>
            </a:extLst>
          </p:cNvPr>
          <p:cNvSpPr>
            <a:spLocks xmlns:a="http://schemas.openxmlformats.org/drawingml/2006/main" noGrp="1"/>
          </p:cNvSpPr>
          <p:nvPr/>
        </p:nvSpPr>
        <p:spPr>
          <a:xfrm xmlns:a="http://schemas.openxmlformats.org/drawingml/2006/main">
            <a:off x="3381375" y="4143375"/>
            <a:ext cx="7953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FFFFFF"/>
                </a:solidFill>
                <a:latin typeface="Arial"/>
                <a:ea typeface="Arial"/>
                <a:cs typeface="Arial"/>
              </a:defRPr>
            </a:defPPr>
            <a:lvl1pPr>
              <a:defRPr sz="3225" b="0">
                <a:solidFill>
                  <a:srgbClr val="FFFFFF"/>
                </a:solidFill>
                <a:latin typeface="Arial"/>
                <a:ea typeface="Arial"/>
                <a:cs typeface="Arial"/>
              </a:defRPr>
            </a:lvl1pPr>
            <a:lvl2pPr>
              <a:defRPr sz="3225" b="0">
                <a:solidFill>
                  <a:srgbClr val="FFFFFF"/>
                </a:solidFill>
                <a:latin typeface="Arial"/>
                <a:ea typeface="Arial"/>
                <a:cs typeface="Arial"/>
              </a:defRPr>
            </a:lvl2pPr>
            <a:lvl3pPr>
              <a:defRPr sz="3225" b="0">
                <a:solidFill>
                  <a:srgbClr val="FFFFFF"/>
                </a:solidFill>
                <a:latin typeface="Arial"/>
                <a:ea typeface="Arial"/>
                <a:cs typeface="Arial"/>
              </a:defRPr>
            </a:lvl3pPr>
            <a:lvl4pPr>
              <a:defRPr sz="3225" b="0">
                <a:solidFill>
                  <a:srgbClr val="FFFFFF"/>
                </a:solidFill>
                <a:latin typeface="Arial"/>
                <a:ea typeface="Arial"/>
                <a:cs typeface="Arial"/>
              </a:defRPr>
            </a:lvl4pPr>
            <a:lvl5pPr>
              <a:defRPr sz="3225" b="0">
                <a:solidFill>
                  <a:srgbClr val="FFFFFF"/>
                </a:solidFill>
                <a:latin typeface="Arial"/>
                <a:ea typeface="Arial"/>
                <a:cs typeface="Arial"/>
              </a:defRPr>
            </a:lvl5pPr>
            <a:lvl6pPr>
              <a:defRPr sz="3225" b="0">
                <a:solidFill>
                  <a:srgbClr val="FFFFFF"/>
                </a:solidFill>
                <a:latin typeface="Arial"/>
                <a:ea typeface="Arial"/>
                <a:cs typeface="Arial"/>
              </a:defRPr>
            </a:lvl6pPr>
            <a:lvl7pPr>
              <a:defRPr sz="3225" b="0">
                <a:solidFill>
                  <a:srgbClr val="FFFFFF"/>
                </a:solidFill>
                <a:latin typeface="Arial"/>
                <a:ea typeface="Arial"/>
                <a:cs typeface="Arial"/>
              </a:defRPr>
            </a:lvl7pPr>
            <a:lvl8pPr>
              <a:defRPr sz="3225" b="0">
                <a:solidFill>
                  <a:srgbClr val="FFFFFF"/>
                </a:solidFill>
                <a:latin typeface="Arial"/>
                <a:ea typeface="Arial"/>
                <a:cs typeface="Arial"/>
              </a:defRPr>
            </a:lvl8pPr>
            <a:lvl9pPr>
              <a:defRPr sz="3225" b="0">
                <a:solidFill>
                  <a:srgbClr val="FFFFFF"/>
                </a:solidFill>
                <a:latin typeface="Arial"/>
                <a:ea typeface="Arial"/>
                <a:cs typeface="Arial"/>
              </a:defRPr>
            </a:lvl9pPr>
          </a:lstStyle>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Account-based history and</a:t>
            </a:r>
          </a:p>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live conversations with staff</a:t>
            </a:r>
          </a:p>
        </p:txBody>
      </p:sp>
      <p:sp>
        <p:nvSpPr>
          <p:cNvPr id="8" name="">
            <a:extLst xmlns:a="http://schemas.openxmlformats.org/drawingml/2006/main">
              <a:ext uri="{FF2B5EF4-FFF2-40B4-BE49-F238E27FC236}">
                <a16:creationId xmlns:a16="http://schemas.microsoft.com/office/drawing/2014/main" id="{DD28BBE4-F620-453F-B8BE-88968D921C6A}"/>
              </a:ext>
            </a:extLst>
          </p:cNvPr>
          <p:cNvSpPr>
            <a:spLocks xmlns:a="http://schemas.openxmlformats.org/drawingml/2006/main" noGrp="1"/>
          </p:cNvSpPr>
          <p:nvPr/>
        </p:nvSpPr>
        <p:spPr>
          <a:xfrm xmlns:a="http://schemas.openxmlformats.org/drawingml/2006/main">
            <a:off x="685800" y="58293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BE6DD"/>
                </a:solidFill>
                <a:latin typeface="Arial"/>
                <a:ea typeface="Arial"/>
                <a:cs typeface="Arial"/>
              </a:defRPr>
            </a:defPPr>
            <a:lvl1pPr>
              <a:defRPr sz="2025" b="0">
                <a:solidFill>
                  <a:srgbClr val="DBE6DD"/>
                </a:solidFill>
                <a:latin typeface="Arial"/>
                <a:ea typeface="Arial"/>
                <a:cs typeface="Arial"/>
              </a:defRPr>
            </a:lvl1pPr>
            <a:lvl2pPr>
              <a:defRPr sz="2025" b="0">
                <a:solidFill>
                  <a:srgbClr val="DBE6DD"/>
                </a:solidFill>
                <a:latin typeface="Arial"/>
                <a:ea typeface="Arial"/>
                <a:cs typeface="Arial"/>
              </a:defRPr>
            </a:lvl2pPr>
            <a:lvl3pPr>
              <a:defRPr sz="2025" b="0">
                <a:solidFill>
                  <a:srgbClr val="DBE6DD"/>
                </a:solidFill>
                <a:latin typeface="Arial"/>
                <a:ea typeface="Arial"/>
                <a:cs typeface="Arial"/>
              </a:defRPr>
            </a:lvl3pPr>
            <a:lvl4pPr>
              <a:defRPr sz="2025" b="0">
                <a:solidFill>
                  <a:srgbClr val="DBE6DD"/>
                </a:solidFill>
                <a:latin typeface="Arial"/>
                <a:ea typeface="Arial"/>
                <a:cs typeface="Arial"/>
              </a:defRPr>
            </a:lvl4pPr>
            <a:lvl5pPr>
              <a:defRPr sz="2025" b="0">
                <a:solidFill>
                  <a:srgbClr val="DBE6DD"/>
                </a:solidFill>
                <a:latin typeface="Arial"/>
                <a:ea typeface="Arial"/>
                <a:cs typeface="Arial"/>
              </a:defRPr>
            </a:lvl5pPr>
            <a:lvl6pPr>
              <a:defRPr sz="2025" b="0">
                <a:solidFill>
                  <a:srgbClr val="DBE6DD"/>
                </a:solidFill>
                <a:latin typeface="Arial"/>
                <a:ea typeface="Arial"/>
                <a:cs typeface="Arial"/>
              </a:defRPr>
            </a:lvl6pPr>
            <a:lvl7pPr>
              <a:defRPr sz="2025" b="0">
                <a:solidFill>
                  <a:srgbClr val="DBE6DD"/>
                </a:solidFill>
                <a:latin typeface="Arial"/>
                <a:ea typeface="Arial"/>
                <a:cs typeface="Arial"/>
              </a:defRPr>
            </a:lvl7pPr>
            <a:lvl8pPr>
              <a:defRPr sz="2025" b="0">
                <a:solidFill>
                  <a:srgbClr val="DBE6DD"/>
                </a:solidFill>
                <a:latin typeface="Arial"/>
                <a:ea typeface="Arial"/>
                <a:cs typeface="Arial"/>
              </a:defRPr>
            </a:lvl8pPr>
            <a:lvl9pPr>
              <a:defRPr sz="2025" b="0">
                <a:solidFill>
                  <a:srgbClr val="DBE6DD"/>
                </a:solidFill>
                <a:latin typeface="Arial"/>
                <a:ea typeface="Arial"/>
                <a:cs typeface="Arial"/>
              </a:defRPr>
            </a:lvl9pPr>
          </a:lstStyle>
          <a:p xmlns:a="http://schemas.openxmlformats.org/drawingml/2006/main">
            <a:pPr>
              <a:defRPr sz="2025" b="0">
                <a:solidFill>
                  <a:srgbClr val="DBE6DD"/>
                </a:solidFill>
                <a:latin typeface="Arial"/>
                <a:ea typeface="Arial"/>
                <a:cs typeface="Arial"/>
              </a:defRPr>
            </a:pPr>
            <a:r>
              <a:rPr sz="2025" b="0">
                <a:solidFill>
                  <a:srgbClr val="DBE6DD"/>
                </a:solidFill>
                <a:latin typeface="Arial"/>
                <a:ea typeface="Arial"/>
                <a:cs typeface="Arial"/>
              </a:rPr>
              <a:t>Questions</a:t>
            </a:r>
          </a:p>
        </p:txBody>
      </p:sp>
    </p:spTree>
    <p:extLst>
      <p:ext uri="{BB962C8B-B14F-4D97-AF65-F5344CB8AC3E}">
        <p14:creationId xmlns:p14="http://schemas.microsoft.com/office/powerpoint/2010/main" val="13445505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2026-10-25T04:43:06.9220000Z</dcterms:created>
  <dcterms:modified xsi:type="dcterms:W3CDTF">2026-10-25T04:43:06.9220000Z</dcterms:modified>
</coreProperties>
</file>